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94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67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597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49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46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11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83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36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02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53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00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50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7B23A-2671-4DE0-8654-6FC4EE1AC484}" type="datetimeFigureOut">
              <a:rPr lang="pt-BR" smtClean="0"/>
              <a:t>29/10/2020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3F9F6-2DED-4B79-8641-F15B5202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41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Relationship Id="rId1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643" y="2624943"/>
            <a:ext cx="2106233" cy="972378"/>
          </a:xfrm>
          <a:prstGeom prst="rect">
            <a:avLst/>
          </a:prstGeom>
        </p:spPr>
      </p:pic>
      <p:pic>
        <p:nvPicPr>
          <p:cNvPr id="1030" name="Picture 6" descr="NMBK SOLUTIONS &amp; ENGINEERS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846" y="3981341"/>
            <a:ext cx="689826" cy="58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000" y="1447412"/>
            <a:ext cx="2106233" cy="972378"/>
          </a:xfrm>
          <a:prstGeom prst="rect">
            <a:avLst/>
          </a:prstGeom>
        </p:spPr>
      </p:pic>
      <p:sp>
        <p:nvSpPr>
          <p:cNvPr id="9" name="Retângulo de cantos arredondados 8"/>
          <p:cNvSpPr/>
          <p:nvPr/>
        </p:nvSpPr>
        <p:spPr>
          <a:xfrm>
            <a:off x="8611672" y="4569722"/>
            <a:ext cx="1712890" cy="487119"/>
          </a:xfrm>
          <a:prstGeom prst="roundRect">
            <a:avLst/>
          </a:prstGeom>
          <a:solidFill>
            <a:srgbClr val="0129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Entrar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8163914" y="5272653"/>
            <a:ext cx="2608406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100" b="0" cap="none" spc="0" dirty="0" smtClean="0">
                <a:ln w="0"/>
                <a:solidFill>
                  <a:srgbClr val="01294E"/>
                </a:solidFill>
              </a:rPr>
              <a:t>Deseja cadastrar uma conta? </a:t>
            </a:r>
            <a:r>
              <a:rPr lang="pt-BR" sz="1100" b="1" cap="none" spc="0" dirty="0" smtClean="0">
                <a:ln w="0"/>
                <a:solidFill>
                  <a:srgbClr val="01294E"/>
                </a:solidFill>
              </a:rPr>
              <a:t>Cadastre - se</a:t>
            </a:r>
            <a:endParaRPr lang="pt-BR" sz="1100" b="1" cap="none" spc="0" dirty="0">
              <a:ln w="0"/>
              <a:solidFill>
                <a:srgbClr val="01294E"/>
              </a:solidFill>
            </a:endParaRP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8611672" y="2704662"/>
            <a:ext cx="1712890" cy="4121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Login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8611672" y="3311994"/>
            <a:ext cx="1712890" cy="4121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Senha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611672" y="3999825"/>
            <a:ext cx="326266" cy="29419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8937938" y="4009506"/>
            <a:ext cx="1242649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100" b="0" cap="none" spc="0" dirty="0" smtClean="0">
                <a:ln w="0"/>
                <a:solidFill>
                  <a:schemeClr val="bg1">
                    <a:lumMod val="50000"/>
                  </a:schemeClr>
                </a:solidFill>
              </a:rPr>
              <a:t>Manter conectado</a:t>
            </a:r>
            <a:endParaRPr lang="pt-BR" sz="1100" b="1" cap="none" spc="0" dirty="0">
              <a:ln w="0"/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39015" y="3111132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4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1806043" y="1385368"/>
            <a:ext cx="2608406" cy="4086851"/>
            <a:chOff x="8163914" y="1447412"/>
            <a:chExt cx="2608406" cy="4086851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5" name="Retângulo de cantos arredondados 4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8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8186670" y="1212758"/>
            <a:ext cx="2562896" cy="4486507"/>
            <a:chOff x="1854558" y="1233824"/>
            <a:chExt cx="2562896" cy="4486507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800" y="1233824"/>
              <a:ext cx="1690623" cy="780505"/>
            </a:xfrm>
            <a:prstGeom prst="rect">
              <a:avLst/>
            </a:prstGeom>
          </p:spPr>
        </p:pic>
        <p:sp>
          <p:nvSpPr>
            <p:cNvPr id="14" name="Retângulo de cantos arredondados 13"/>
            <p:cNvSpPr/>
            <p:nvPr/>
          </p:nvSpPr>
          <p:spPr>
            <a:xfrm>
              <a:off x="2253801" y="212511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2253801" y="274621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" name="Retângulo de cantos arredondados 15"/>
            <p:cNvSpPr/>
            <p:nvPr/>
          </p:nvSpPr>
          <p:spPr>
            <a:xfrm>
              <a:off x="2253801" y="336731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2253801" y="398841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2253801" y="452614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854558" y="5138868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Imagem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558" y="5098119"/>
              <a:ext cx="622212" cy="622212"/>
            </a:xfrm>
            <a:prstGeom prst="rect">
              <a:avLst/>
            </a:prstGeom>
          </p:spPr>
        </p:pic>
        <p:sp>
          <p:nvSpPr>
            <p:cNvPr id="21" name="Retângulo 20"/>
            <p:cNvSpPr/>
            <p:nvPr/>
          </p:nvSpPr>
          <p:spPr>
            <a:xfrm>
              <a:off x="2393692" y="5278420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cxnSp>
        <p:nvCxnSpPr>
          <p:cNvPr id="23" name="Conector angulado 22"/>
          <p:cNvCxnSpPr>
            <a:endCxn id="18" idx="1"/>
          </p:cNvCxnSpPr>
          <p:nvPr/>
        </p:nvCxnSpPr>
        <p:spPr>
          <a:xfrm flipV="1">
            <a:off x="4414449" y="4748638"/>
            <a:ext cx="4171464" cy="592776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4769559" y="608413"/>
            <a:ext cx="303406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tela de login caso o usuário não tenha cadastro ele terá que clicar em “Cadastre – se” e será direcionado para tela de cadastro de usuário.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3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00" y="1233824"/>
            <a:ext cx="1690623" cy="780505"/>
          </a:xfrm>
          <a:prstGeom prst="rect">
            <a:avLst/>
          </a:prstGeom>
        </p:spPr>
      </p:pic>
      <p:sp>
        <p:nvSpPr>
          <p:cNvPr id="5" name="Retângulo de cantos arredondados 4"/>
          <p:cNvSpPr/>
          <p:nvPr/>
        </p:nvSpPr>
        <p:spPr>
          <a:xfrm>
            <a:off x="2253801" y="2125112"/>
            <a:ext cx="1712890" cy="4121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ID Usuário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2253801" y="2746213"/>
            <a:ext cx="1712890" cy="4121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Login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2253801" y="3367314"/>
            <a:ext cx="1712890" cy="4121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Senha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tângulo de cantos arredondados 7"/>
          <p:cNvSpPr/>
          <p:nvPr/>
        </p:nvSpPr>
        <p:spPr>
          <a:xfrm>
            <a:off x="2253801" y="3988415"/>
            <a:ext cx="1712890" cy="4121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Confirma Senha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2253801" y="4526144"/>
            <a:ext cx="1712890" cy="487119"/>
          </a:xfrm>
          <a:prstGeom prst="roundRect">
            <a:avLst/>
          </a:prstGeom>
          <a:solidFill>
            <a:srgbClr val="0129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Salvar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854558" y="5138868"/>
            <a:ext cx="2562896" cy="540715"/>
          </a:xfrm>
          <a:prstGeom prst="rect">
            <a:avLst/>
          </a:prstGeom>
          <a:solidFill>
            <a:srgbClr val="01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558" y="5098119"/>
            <a:ext cx="622212" cy="622212"/>
          </a:xfrm>
          <a:prstGeom prst="rect">
            <a:avLst/>
          </a:prstGeom>
        </p:spPr>
      </p:pic>
      <p:sp>
        <p:nvSpPr>
          <p:cNvPr id="12" name="Retângulo 11"/>
          <p:cNvSpPr/>
          <p:nvPr/>
        </p:nvSpPr>
        <p:spPr>
          <a:xfrm>
            <a:off x="2393692" y="5278420"/>
            <a:ext cx="62376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400" cap="none" spc="0" dirty="0" smtClean="0">
                <a:ln w="0"/>
                <a:solidFill>
                  <a:schemeClr val="bg1"/>
                </a:solidFill>
              </a:rPr>
              <a:t>Voltar</a:t>
            </a:r>
            <a:endParaRPr lang="pt-BR" sz="1100" cap="none" spc="0" dirty="0">
              <a:ln w="0"/>
              <a:solidFill>
                <a:schemeClr val="bg1"/>
              </a:solidFill>
            </a:endParaRPr>
          </a:p>
        </p:txBody>
      </p:sp>
      <p:grpSp>
        <p:nvGrpSpPr>
          <p:cNvPr id="23" name="Grupo 22"/>
          <p:cNvGrpSpPr/>
          <p:nvPr/>
        </p:nvGrpSpPr>
        <p:grpSpPr>
          <a:xfrm>
            <a:off x="8186670" y="1330122"/>
            <a:ext cx="2562896" cy="4486507"/>
            <a:chOff x="7156359" y="821700"/>
            <a:chExt cx="2562896" cy="4486507"/>
          </a:xfrm>
        </p:grpSpPr>
        <p:pic>
          <p:nvPicPr>
            <p:cNvPr id="14" name="Imagem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5601" y="821700"/>
              <a:ext cx="1690623" cy="780505"/>
            </a:xfrm>
            <a:prstGeom prst="rect">
              <a:avLst/>
            </a:prstGeom>
          </p:spPr>
        </p:pic>
        <p:sp>
          <p:nvSpPr>
            <p:cNvPr id="15" name="Retângulo de cantos arredondados 14"/>
            <p:cNvSpPr/>
            <p:nvPr/>
          </p:nvSpPr>
          <p:spPr>
            <a:xfrm>
              <a:off x="7555602" y="1712988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" name="Retângulo de cantos arredondados 15"/>
            <p:cNvSpPr/>
            <p:nvPr/>
          </p:nvSpPr>
          <p:spPr>
            <a:xfrm>
              <a:off x="7555602" y="2334089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7555602" y="2955190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7555602" y="3576291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Retângulo de cantos arredondados 18"/>
            <p:cNvSpPr/>
            <p:nvPr/>
          </p:nvSpPr>
          <p:spPr>
            <a:xfrm>
              <a:off x="7555602" y="4114020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7156359" y="4726744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6359" y="4685995"/>
              <a:ext cx="622212" cy="622212"/>
            </a:xfrm>
            <a:prstGeom prst="rect">
              <a:avLst/>
            </a:prstGeom>
          </p:spPr>
        </p:pic>
        <p:sp>
          <p:nvSpPr>
            <p:cNvPr id="22" name="Retângulo 21"/>
            <p:cNvSpPr/>
            <p:nvPr/>
          </p:nvSpPr>
          <p:spPr>
            <a:xfrm>
              <a:off x="7695493" y="4866296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sp>
        <p:nvSpPr>
          <p:cNvPr id="24" name="Retângulo 23"/>
          <p:cNvSpPr/>
          <p:nvPr/>
        </p:nvSpPr>
        <p:spPr>
          <a:xfrm>
            <a:off x="8186670" y="1233824"/>
            <a:ext cx="2562896" cy="458280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/>
          <p:cNvSpPr/>
          <p:nvPr/>
        </p:nvSpPr>
        <p:spPr>
          <a:xfrm>
            <a:off x="8186670" y="1425002"/>
            <a:ext cx="2562896" cy="3535879"/>
          </a:xfrm>
          <a:prstGeom prst="rect">
            <a:avLst/>
          </a:prstGeom>
          <a:solidFill>
            <a:srgbClr val="01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/>
          <p:cNvSpPr/>
          <p:nvPr/>
        </p:nvSpPr>
        <p:spPr>
          <a:xfrm>
            <a:off x="8409194" y="3023679"/>
            <a:ext cx="211784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Favor preencher todos os campos!</a:t>
            </a:r>
            <a:endParaRPr lang="pt-BR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tângulo de cantos arredondados 26"/>
          <p:cNvSpPr/>
          <p:nvPr/>
        </p:nvSpPr>
        <p:spPr>
          <a:xfrm>
            <a:off x="8611672" y="4170180"/>
            <a:ext cx="1712890" cy="487119"/>
          </a:xfrm>
          <a:prstGeom prst="roundRect">
            <a:avLst/>
          </a:prstGeom>
          <a:solidFill>
            <a:srgbClr val="01294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OK</a:t>
            </a:r>
            <a:endParaRPr lang="pt-BR" dirty="0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806" y="1825401"/>
            <a:ext cx="912622" cy="912622"/>
          </a:xfrm>
          <a:prstGeom prst="rect">
            <a:avLst/>
          </a:prstGeom>
        </p:spPr>
      </p:pic>
      <p:cxnSp>
        <p:nvCxnSpPr>
          <p:cNvPr id="30" name="Conector angulado 29"/>
          <p:cNvCxnSpPr>
            <a:stCxn id="9" idx="3"/>
            <a:endCxn id="25" idx="1"/>
          </p:cNvCxnSpPr>
          <p:nvPr/>
        </p:nvCxnSpPr>
        <p:spPr>
          <a:xfrm flipV="1">
            <a:off x="3966691" y="3192942"/>
            <a:ext cx="4219979" cy="1576762"/>
          </a:xfrm>
          <a:prstGeom prst="bentConnector3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>
          <a:xfrm>
            <a:off x="4769559" y="608413"/>
            <a:ext cx="3034066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01: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salvar ele vai validar se existe dados em todos os campos. Caso não tiver ele mostrara essa mensagem de informação.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Conector angulado 33"/>
          <p:cNvCxnSpPr>
            <a:stCxn id="27" idx="1"/>
            <a:endCxn id="10" idx="2"/>
          </p:cNvCxnSpPr>
          <p:nvPr/>
        </p:nvCxnSpPr>
        <p:spPr>
          <a:xfrm rot="10800000" flipV="1">
            <a:off x="3136006" y="4413739"/>
            <a:ext cx="5475666" cy="1265843"/>
          </a:xfrm>
          <a:prstGeom prst="bentConnector4">
            <a:avLst>
              <a:gd name="adj1" fmla="val 38299"/>
              <a:gd name="adj2" fmla="val 176686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24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upo 12"/>
          <p:cNvGrpSpPr/>
          <p:nvPr/>
        </p:nvGrpSpPr>
        <p:grpSpPr>
          <a:xfrm>
            <a:off x="1854558" y="1233824"/>
            <a:ext cx="2562896" cy="4486507"/>
            <a:chOff x="1854558" y="1233824"/>
            <a:chExt cx="2562896" cy="4486507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800" y="1233824"/>
              <a:ext cx="1690623" cy="780505"/>
            </a:xfrm>
            <a:prstGeom prst="rect">
              <a:avLst/>
            </a:prstGeom>
          </p:spPr>
        </p:pic>
        <p:sp>
          <p:nvSpPr>
            <p:cNvPr id="5" name="Retângulo de cantos arredondados 4"/>
            <p:cNvSpPr/>
            <p:nvPr/>
          </p:nvSpPr>
          <p:spPr>
            <a:xfrm>
              <a:off x="2253801" y="212511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Retângulo de cantos arredondados 5"/>
            <p:cNvSpPr/>
            <p:nvPr/>
          </p:nvSpPr>
          <p:spPr>
            <a:xfrm>
              <a:off x="2253801" y="274621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2253801" y="336731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2253801" y="398841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2253801" y="452614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1854558" y="5138868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558" y="5098119"/>
              <a:ext cx="622212" cy="622212"/>
            </a:xfrm>
            <a:prstGeom prst="rect">
              <a:avLst/>
            </a:prstGeom>
          </p:spPr>
        </p:pic>
        <p:sp>
          <p:nvSpPr>
            <p:cNvPr id="12" name="Retângulo 11"/>
            <p:cNvSpPr/>
            <p:nvPr/>
          </p:nvSpPr>
          <p:spPr>
            <a:xfrm>
              <a:off x="2393692" y="5278420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8186670" y="1233824"/>
            <a:ext cx="2562896" cy="4486507"/>
            <a:chOff x="1854558" y="1233824"/>
            <a:chExt cx="2562896" cy="4486507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800" y="1233824"/>
              <a:ext cx="1690623" cy="780505"/>
            </a:xfrm>
            <a:prstGeom prst="rect">
              <a:avLst/>
            </a:prstGeom>
          </p:spPr>
        </p:pic>
        <p:sp>
          <p:nvSpPr>
            <p:cNvPr id="25" name="Retângulo de cantos arredondados 24"/>
            <p:cNvSpPr/>
            <p:nvPr/>
          </p:nvSpPr>
          <p:spPr>
            <a:xfrm>
              <a:off x="2253801" y="212511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Retângulo de cantos arredondados 25"/>
            <p:cNvSpPr/>
            <p:nvPr/>
          </p:nvSpPr>
          <p:spPr>
            <a:xfrm>
              <a:off x="2253801" y="274621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" name="Retângulo de cantos arredondados 26"/>
            <p:cNvSpPr/>
            <p:nvPr/>
          </p:nvSpPr>
          <p:spPr>
            <a:xfrm>
              <a:off x="2253801" y="336731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Retângulo de cantos arredondados 27"/>
            <p:cNvSpPr/>
            <p:nvPr/>
          </p:nvSpPr>
          <p:spPr>
            <a:xfrm>
              <a:off x="2253801" y="398841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" name="Retângulo de cantos arredondados 28"/>
            <p:cNvSpPr/>
            <p:nvPr/>
          </p:nvSpPr>
          <p:spPr>
            <a:xfrm>
              <a:off x="2253801" y="452614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1854558" y="5138868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Imagem 3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558" y="5098119"/>
              <a:ext cx="622212" cy="622212"/>
            </a:xfrm>
            <a:prstGeom prst="rect">
              <a:avLst/>
            </a:prstGeom>
          </p:spPr>
        </p:pic>
        <p:sp>
          <p:nvSpPr>
            <p:cNvPr id="32" name="Retângulo 31"/>
            <p:cNvSpPr/>
            <p:nvPr/>
          </p:nvSpPr>
          <p:spPr>
            <a:xfrm>
              <a:off x="2393692" y="5278420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sp>
        <p:nvSpPr>
          <p:cNvPr id="33" name="Retângulo 32"/>
          <p:cNvSpPr/>
          <p:nvPr/>
        </p:nvSpPr>
        <p:spPr>
          <a:xfrm>
            <a:off x="8186670" y="1233824"/>
            <a:ext cx="2562896" cy="458280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/>
          <p:cNvSpPr/>
          <p:nvPr/>
        </p:nvSpPr>
        <p:spPr>
          <a:xfrm>
            <a:off x="8186670" y="1425002"/>
            <a:ext cx="2562896" cy="3535879"/>
          </a:xfrm>
          <a:prstGeom prst="rect">
            <a:avLst/>
          </a:prstGeom>
          <a:solidFill>
            <a:srgbClr val="01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/>
          <p:cNvSpPr/>
          <p:nvPr/>
        </p:nvSpPr>
        <p:spPr>
          <a:xfrm>
            <a:off x="8196048" y="2438925"/>
            <a:ext cx="256289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Existe dados para serem salvos deseja voltar para tela de login!</a:t>
            </a:r>
            <a:endParaRPr lang="pt-BR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tângulo de cantos arredondados 35"/>
          <p:cNvSpPr/>
          <p:nvPr/>
        </p:nvSpPr>
        <p:spPr>
          <a:xfrm>
            <a:off x="8611673" y="3711987"/>
            <a:ext cx="1712890" cy="487119"/>
          </a:xfrm>
          <a:prstGeom prst="roundRect">
            <a:avLst/>
          </a:prstGeom>
          <a:solidFill>
            <a:srgbClr val="01294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OK</a:t>
            </a:r>
            <a:endParaRPr lang="pt-BR" dirty="0"/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843" y="1505481"/>
            <a:ext cx="821307" cy="821307"/>
          </a:xfrm>
          <a:prstGeom prst="rect">
            <a:avLst/>
          </a:prstGeom>
        </p:spPr>
      </p:pic>
      <p:sp>
        <p:nvSpPr>
          <p:cNvPr id="39" name="Retângulo de cantos arredondados 38"/>
          <p:cNvSpPr/>
          <p:nvPr/>
        </p:nvSpPr>
        <p:spPr>
          <a:xfrm>
            <a:off x="8621051" y="4357236"/>
            <a:ext cx="1712890" cy="487119"/>
          </a:xfrm>
          <a:prstGeom prst="roundRect">
            <a:avLst/>
          </a:prstGeom>
          <a:solidFill>
            <a:srgbClr val="01294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Cancelar</a:t>
            </a:r>
            <a:endParaRPr lang="pt-BR" dirty="0"/>
          </a:p>
        </p:txBody>
      </p:sp>
      <p:cxnSp>
        <p:nvCxnSpPr>
          <p:cNvPr id="41" name="Conector angulado 40"/>
          <p:cNvCxnSpPr>
            <a:stCxn id="11" idx="1"/>
            <a:endCxn id="36" idx="1"/>
          </p:cNvCxnSpPr>
          <p:nvPr/>
        </p:nvCxnSpPr>
        <p:spPr>
          <a:xfrm rot="10800000" flipH="1">
            <a:off x="1854557" y="3955547"/>
            <a:ext cx="6757115" cy="1453678"/>
          </a:xfrm>
          <a:prstGeom prst="bentConnector3">
            <a:avLst>
              <a:gd name="adj1" fmla="val 513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 42"/>
          <p:cNvSpPr/>
          <p:nvPr/>
        </p:nvSpPr>
        <p:spPr>
          <a:xfrm>
            <a:off x="4769559" y="608413"/>
            <a:ext cx="3034066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02: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voltar ele vai validar se existe dados para ser salvo e informara ao usuário se ele deseja voltar para tela de login, se a opção selecionado for “ok” ele retornara a tela de login se não ele permanecera na tela de cadastro de usuário.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Conector angulado 46"/>
          <p:cNvCxnSpPr>
            <a:stCxn id="39" idx="1"/>
            <a:endCxn id="9" idx="3"/>
          </p:cNvCxnSpPr>
          <p:nvPr/>
        </p:nvCxnSpPr>
        <p:spPr>
          <a:xfrm rot="10800000" flipV="1">
            <a:off x="3966691" y="4600796"/>
            <a:ext cx="4654360" cy="168908"/>
          </a:xfrm>
          <a:prstGeom prst="bentConnector3">
            <a:avLst>
              <a:gd name="adj1" fmla="val 4060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93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54558" y="1233824"/>
            <a:ext cx="2562896" cy="4486507"/>
            <a:chOff x="1854558" y="1233824"/>
            <a:chExt cx="2562896" cy="4486507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800" y="1233824"/>
              <a:ext cx="1690623" cy="780505"/>
            </a:xfrm>
            <a:prstGeom prst="rect">
              <a:avLst/>
            </a:prstGeom>
          </p:spPr>
        </p:pic>
        <p:sp>
          <p:nvSpPr>
            <p:cNvPr id="6" name="Retângulo de cantos arredondados 5"/>
            <p:cNvSpPr/>
            <p:nvPr/>
          </p:nvSpPr>
          <p:spPr>
            <a:xfrm>
              <a:off x="2253801" y="212511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2253801" y="274621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2253801" y="336731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2253801" y="398841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tângulo de cantos arredondados 9"/>
            <p:cNvSpPr/>
            <p:nvPr/>
          </p:nvSpPr>
          <p:spPr>
            <a:xfrm>
              <a:off x="2253801" y="452614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1854558" y="5138868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558" y="5098119"/>
              <a:ext cx="622212" cy="622212"/>
            </a:xfrm>
            <a:prstGeom prst="rect">
              <a:avLst/>
            </a:prstGeom>
          </p:spPr>
        </p:pic>
        <p:sp>
          <p:nvSpPr>
            <p:cNvPr id="13" name="Retângulo 12"/>
            <p:cNvSpPr/>
            <p:nvPr/>
          </p:nvSpPr>
          <p:spPr>
            <a:xfrm>
              <a:off x="2393692" y="5278420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186670" y="1280612"/>
            <a:ext cx="2562896" cy="4486507"/>
            <a:chOff x="1854558" y="1233824"/>
            <a:chExt cx="2562896" cy="4486507"/>
          </a:xfrm>
        </p:grpSpPr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800" y="1233824"/>
              <a:ext cx="1690623" cy="780505"/>
            </a:xfrm>
            <a:prstGeom prst="rect">
              <a:avLst/>
            </a:prstGeom>
          </p:spPr>
        </p:pic>
        <p:sp>
          <p:nvSpPr>
            <p:cNvPr id="22" name="Retângulo de cantos arredondados 21"/>
            <p:cNvSpPr/>
            <p:nvPr/>
          </p:nvSpPr>
          <p:spPr>
            <a:xfrm>
              <a:off x="2253801" y="212511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2253801" y="274621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tângulo de cantos arredondados 23"/>
            <p:cNvSpPr/>
            <p:nvPr/>
          </p:nvSpPr>
          <p:spPr>
            <a:xfrm>
              <a:off x="2253801" y="336731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etângulo de cantos arredondados 24"/>
            <p:cNvSpPr/>
            <p:nvPr/>
          </p:nvSpPr>
          <p:spPr>
            <a:xfrm>
              <a:off x="2253801" y="398841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Retângulo de cantos arredondados 25"/>
            <p:cNvSpPr/>
            <p:nvPr/>
          </p:nvSpPr>
          <p:spPr>
            <a:xfrm>
              <a:off x="2253801" y="452614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1854558" y="5138868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8" name="Imagem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558" y="5098119"/>
              <a:ext cx="622212" cy="622212"/>
            </a:xfrm>
            <a:prstGeom prst="rect">
              <a:avLst/>
            </a:prstGeom>
          </p:spPr>
        </p:pic>
        <p:sp>
          <p:nvSpPr>
            <p:cNvPr id="29" name="Retângulo 28"/>
            <p:cNvSpPr/>
            <p:nvPr/>
          </p:nvSpPr>
          <p:spPr>
            <a:xfrm>
              <a:off x="2393692" y="5278420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8186670" y="1233824"/>
            <a:ext cx="2562896" cy="4582805"/>
            <a:chOff x="8186670" y="1233824"/>
            <a:chExt cx="2562896" cy="4582805"/>
          </a:xfrm>
        </p:grpSpPr>
        <p:sp>
          <p:nvSpPr>
            <p:cNvPr id="14" name="Retângulo 13"/>
            <p:cNvSpPr/>
            <p:nvPr/>
          </p:nvSpPr>
          <p:spPr>
            <a:xfrm>
              <a:off x="8186670" y="1233824"/>
              <a:ext cx="2562896" cy="458280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186670" y="1425002"/>
              <a:ext cx="2562896" cy="3535879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8409194" y="3023679"/>
              <a:ext cx="2117847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Senha digitada não confere com a fornecida!</a:t>
              </a:r>
              <a:endParaRPr lang="pt-B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8611672" y="4170180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OK</a:t>
              </a:r>
              <a:endParaRPr lang="pt-BR" dirty="0"/>
            </a:p>
          </p:txBody>
        </p:sp>
        <p:pic>
          <p:nvPicPr>
            <p:cNvPr id="18" name="Imagem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1806" y="1825401"/>
              <a:ext cx="912622" cy="912622"/>
            </a:xfrm>
            <a:prstGeom prst="rect">
              <a:avLst/>
            </a:prstGeom>
          </p:spPr>
        </p:pic>
      </p:grpSp>
      <p:cxnSp>
        <p:nvCxnSpPr>
          <p:cNvPr id="31" name="Conector angulado 30"/>
          <p:cNvCxnSpPr>
            <a:stCxn id="10" idx="3"/>
            <a:endCxn id="15" idx="1"/>
          </p:cNvCxnSpPr>
          <p:nvPr/>
        </p:nvCxnSpPr>
        <p:spPr>
          <a:xfrm flipV="1">
            <a:off x="3966691" y="3192942"/>
            <a:ext cx="4219979" cy="157676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603130" y="438356"/>
            <a:ext cx="3340731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03: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salvar ele vai validar os dados do campo senha e confirma senha se ambos são o mesmo caso não seja ele mostrar uma mensagem de verificação e retornara a tela de cadastro para repetir o processo.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Conector angulado 34"/>
          <p:cNvCxnSpPr>
            <a:stCxn id="17" idx="1"/>
            <a:endCxn id="10" idx="2"/>
          </p:cNvCxnSpPr>
          <p:nvPr/>
        </p:nvCxnSpPr>
        <p:spPr>
          <a:xfrm rot="10800000" flipV="1">
            <a:off x="3110246" y="4413739"/>
            <a:ext cx="5501426" cy="599523"/>
          </a:xfrm>
          <a:prstGeom prst="bentConnector4">
            <a:avLst>
              <a:gd name="adj1" fmla="val 42216"/>
              <a:gd name="adj2" fmla="val 18753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63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54558" y="1233824"/>
            <a:ext cx="2562896" cy="4486507"/>
            <a:chOff x="1854558" y="1233824"/>
            <a:chExt cx="2562896" cy="4486507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800" y="1233824"/>
              <a:ext cx="1690623" cy="780505"/>
            </a:xfrm>
            <a:prstGeom prst="rect">
              <a:avLst/>
            </a:prstGeom>
          </p:spPr>
        </p:pic>
        <p:sp>
          <p:nvSpPr>
            <p:cNvPr id="6" name="Retângulo de cantos arredondados 5"/>
            <p:cNvSpPr/>
            <p:nvPr/>
          </p:nvSpPr>
          <p:spPr>
            <a:xfrm>
              <a:off x="2253801" y="212511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2253801" y="274621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2253801" y="336731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2253801" y="398841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tângulo de cantos arredondados 9"/>
            <p:cNvSpPr/>
            <p:nvPr/>
          </p:nvSpPr>
          <p:spPr>
            <a:xfrm>
              <a:off x="2253801" y="452614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1854558" y="5138868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558" y="5098119"/>
              <a:ext cx="622212" cy="622212"/>
            </a:xfrm>
            <a:prstGeom prst="rect">
              <a:avLst/>
            </a:prstGeom>
          </p:spPr>
        </p:pic>
        <p:sp>
          <p:nvSpPr>
            <p:cNvPr id="13" name="Retângulo 12"/>
            <p:cNvSpPr/>
            <p:nvPr/>
          </p:nvSpPr>
          <p:spPr>
            <a:xfrm>
              <a:off x="2393692" y="5278420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8186670" y="1280612"/>
            <a:ext cx="2562896" cy="4486507"/>
            <a:chOff x="1854558" y="1233824"/>
            <a:chExt cx="2562896" cy="4486507"/>
          </a:xfrm>
        </p:grpSpPr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3800" y="1233824"/>
              <a:ext cx="1690623" cy="780505"/>
            </a:xfrm>
            <a:prstGeom prst="rect">
              <a:avLst/>
            </a:prstGeom>
          </p:spPr>
        </p:pic>
        <p:sp>
          <p:nvSpPr>
            <p:cNvPr id="22" name="Retângulo de cantos arredondados 21"/>
            <p:cNvSpPr/>
            <p:nvPr/>
          </p:nvSpPr>
          <p:spPr>
            <a:xfrm>
              <a:off x="2253801" y="212511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ID Usuário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2253801" y="274621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tângulo de cantos arredondados 23"/>
            <p:cNvSpPr/>
            <p:nvPr/>
          </p:nvSpPr>
          <p:spPr>
            <a:xfrm>
              <a:off x="2253801" y="336731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etângulo de cantos arredondados 24"/>
            <p:cNvSpPr/>
            <p:nvPr/>
          </p:nvSpPr>
          <p:spPr>
            <a:xfrm>
              <a:off x="2253801" y="398841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Confirma 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Retângulo de cantos arredondados 25"/>
            <p:cNvSpPr/>
            <p:nvPr/>
          </p:nvSpPr>
          <p:spPr>
            <a:xfrm>
              <a:off x="2253801" y="452614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1854558" y="5138868"/>
              <a:ext cx="2562896" cy="540715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8" name="Imagem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4558" y="5098119"/>
              <a:ext cx="622212" cy="622212"/>
            </a:xfrm>
            <a:prstGeom prst="rect">
              <a:avLst/>
            </a:prstGeom>
          </p:spPr>
        </p:pic>
        <p:sp>
          <p:nvSpPr>
            <p:cNvPr id="29" name="Retângulo 28"/>
            <p:cNvSpPr/>
            <p:nvPr/>
          </p:nvSpPr>
          <p:spPr>
            <a:xfrm>
              <a:off x="2393692" y="5278420"/>
              <a:ext cx="623761" cy="30777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400" cap="none" spc="0" dirty="0" smtClean="0">
                  <a:ln w="0"/>
                  <a:solidFill>
                    <a:schemeClr val="bg1"/>
                  </a:solidFill>
                </a:rPr>
                <a:t>Voltar</a:t>
              </a:r>
              <a:endParaRPr lang="pt-BR" sz="1100" cap="none" spc="0" dirty="0">
                <a:ln w="0"/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8186670" y="1233824"/>
            <a:ext cx="2562896" cy="4582805"/>
            <a:chOff x="8186670" y="1233824"/>
            <a:chExt cx="2562896" cy="4582805"/>
          </a:xfrm>
        </p:grpSpPr>
        <p:sp>
          <p:nvSpPr>
            <p:cNvPr id="14" name="Retângulo 13"/>
            <p:cNvSpPr/>
            <p:nvPr/>
          </p:nvSpPr>
          <p:spPr>
            <a:xfrm>
              <a:off x="8186670" y="1233824"/>
              <a:ext cx="2562896" cy="458280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186670" y="1425002"/>
              <a:ext cx="2562896" cy="3535879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8409194" y="3023679"/>
              <a:ext cx="2117847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Dados cadastrados com sucesso!</a:t>
              </a:r>
              <a:endParaRPr lang="pt-B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8611672" y="4170180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OK</a:t>
              </a:r>
              <a:endParaRPr lang="pt-BR" dirty="0"/>
            </a:p>
          </p:txBody>
        </p:sp>
        <p:pic>
          <p:nvPicPr>
            <p:cNvPr id="18" name="Imagem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1806" y="1825401"/>
              <a:ext cx="912622" cy="912622"/>
            </a:xfrm>
            <a:prstGeom prst="rect">
              <a:avLst/>
            </a:prstGeom>
          </p:spPr>
        </p:pic>
      </p:grpSp>
      <p:cxnSp>
        <p:nvCxnSpPr>
          <p:cNvPr id="31" name="Conector angulado 30"/>
          <p:cNvCxnSpPr>
            <a:stCxn id="10" idx="3"/>
            <a:endCxn id="15" idx="1"/>
          </p:cNvCxnSpPr>
          <p:nvPr/>
        </p:nvCxnSpPr>
        <p:spPr>
          <a:xfrm flipV="1">
            <a:off x="3966691" y="3192942"/>
            <a:ext cx="4219979" cy="157676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769559" y="580809"/>
            <a:ext cx="3034066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04: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salvar ele vai validar os dados se tiver ok, os dados são inseridos no banco de dados e ele retorna para tela de login.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85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06043" y="1385368"/>
            <a:ext cx="2608406" cy="4086851"/>
            <a:chOff x="8163914" y="1447412"/>
            <a:chExt cx="2608406" cy="4086851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6" name="Retângulo de cantos arredondados 5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8248756" y="1382564"/>
            <a:ext cx="2608406" cy="4086851"/>
            <a:chOff x="8163914" y="1447412"/>
            <a:chExt cx="2608406" cy="40868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20" name="Retângulo de cantos arredondados 19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8186670" y="1277715"/>
            <a:ext cx="2562896" cy="4582805"/>
            <a:chOff x="8186670" y="1233824"/>
            <a:chExt cx="2562896" cy="4582805"/>
          </a:xfrm>
        </p:grpSpPr>
        <p:sp>
          <p:nvSpPr>
            <p:cNvPr id="13" name="Retângulo 12"/>
            <p:cNvSpPr/>
            <p:nvPr/>
          </p:nvSpPr>
          <p:spPr>
            <a:xfrm>
              <a:off x="8186670" y="1233824"/>
              <a:ext cx="2562896" cy="458280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8186670" y="1425002"/>
              <a:ext cx="2562896" cy="3535879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409194" y="3023679"/>
              <a:ext cx="2117847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Dados informados são inválidos!</a:t>
              </a:r>
              <a:endParaRPr lang="pt-B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tângulo de cantos arredondados 15"/>
            <p:cNvSpPr/>
            <p:nvPr/>
          </p:nvSpPr>
          <p:spPr>
            <a:xfrm>
              <a:off x="8611672" y="4170180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OK</a:t>
              </a:r>
              <a:endParaRPr lang="pt-BR" dirty="0"/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1806" y="1825401"/>
              <a:ext cx="912622" cy="912622"/>
            </a:xfrm>
            <a:prstGeom prst="rect">
              <a:avLst/>
            </a:prstGeom>
          </p:spPr>
        </p:pic>
      </p:grpSp>
      <p:cxnSp>
        <p:nvCxnSpPr>
          <p:cNvPr id="27" name="Conector angulado 26"/>
          <p:cNvCxnSpPr>
            <a:stCxn id="6" idx="3"/>
            <a:endCxn id="16" idx="1"/>
          </p:cNvCxnSpPr>
          <p:nvPr/>
        </p:nvCxnSpPr>
        <p:spPr>
          <a:xfrm flipV="1">
            <a:off x="3966691" y="4457631"/>
            <a:ext cx="4644981" cy="29360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4768623" y="1036245"/>
            <a:ext cx="3034066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05: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entrar ele vai validar os dados dos campos com o que está no banco de dados se for diferente ele mostrará uma mensagem.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9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06043" y="1385368"/>
            <a:ext cx="2608406" cy="4086851"/>
            <a:chOff x="8163914" y="1447412"/>
            <a:chExt cx="2608406" cy="4086851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6" name="Retângulo de cantos arredondados 5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8248756" y="1382564"/>
            <a:ext cx="2608406" cy="4086851"/>
            <a:chOff x="8163914" y="1447412"/>
            <a:chExt cx="2608406" cy="40868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20" name="Retângulo de cantos arredondados 19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8186670" y="1277715"/>
            <a:ext cx="2562896" cy="4582805"/>
            <a:chOff x="8186670" y="1233824"/>
            <a:chExt cx="2562896" cy="4582805"/>
          </a:xfrm>
        </p:grpSpPr>
        <p:sp>
          <p:nvSpPr>
            <p:cNvPr id="13" name="Retângulo 12"/>
            <p:cNvSpPr/>
            <p:nvPr/>
          </p:nvSpPr>
          <p:spPr>
            <a:xfrm>
              <a:off x="8186670" y="1233824"/>
              <a:ext cx="2562896" cy="458280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8186670" y="1425002"/>
              <a:ext cx="2562896" cy="3535879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409194" y="3023679"/>
              <a:ext cx="2117847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Dados informados são inválidos!</a:t>
              </a:r>
              <a:endParaRPr lang="pt-B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tângulo de cantos arredondados 15"/>
            <p:cNvSpPr/>
            <p:nvPr/>
          </p:nvSpPr>
          <p:spPr>
            <a:xfrm>
              <a:off x="8611672" y="4170180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OK</a:t>
              </a:r>
              <a:endParaRPr lang="pt-BR" dirty="0"/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1806" y="1825401"/>
              <a:ext cx="912622" cy="912622"/>
            </a:xfrm>
            <a:prstGeom prst="rect">
              <a:avLst/>
            </a:prstGeom>
          </p:spPr>
        </p:pic>
      </p:grpSp>
      <p:cxnSp>
        <p:nvCxnSpPr>
          <p:cNvPr id="27" name="Conector angulado 26"/>
          <p:cNvCxnSpPr>
            <a:stCxn id="6" idx="3"/>
            <a:endCxn id="16" idx="1"/>
          </p:cNvCxnSpPr>
          <p:nvPr/>
        </p:nvCxnSpPr>
        <p:spPr>
          <a:xfrm flipV="1">
            <a:off x="3966691" y="4457631"/>
            <a:ext cx="4644981" cy="29360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4768623" y="1036245"/>
            <a:ext cx="3034066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05: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entrar ele vai validar os dados dos campos com o que está no banco de dados se for diferente ele mostrará uma mensagem.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27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06043" y="1385368"/>
            <a:ext cx="2608406" cy="4086851"/>
            <a:chOff x="8163914" y="1447412"/>
            <a:chExt cx="2608406" cy="4086851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6" name="Retângulo de cantos arredondados 5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8248756" y="1382564"/>
            <a:ext cx="2608406" cy="4086851"/>
            <a:chOff x="8163914" y="1447412"/>
            <a:chExt cx="2608406" cy="40868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20" name="Retângulo de cantos arredondados 19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8186670" y="1277715"/>
            <a:ext cx="2562896" cy="4582805"/>
            <a:chOff x="8186670" y="1233824"/>
            <a:chExt cx="2562896" cy="4582805"/>
          </a:xfrm>
        </p:grpSpPr>
        <p:sp>
          <p:nvSpPr>
            <p:cNvPr id="13" name="Retângulo 12"/>
            <p:cNvSpPr/>
            <p:nvPr/>
          </p:nvSpPr>
          <p:spPr>
            <a:xfrm>
              <a:off x="8186670" y="1233824"/>
              <a:ext cx="2562896" cy="458280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8186670" y="1425002"/>
              <a:ext cx="2562896" cy="3535879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248756" y="2881830"/>
              <a:ext cx="2500810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Favor ticar no manter conectado para que você possa acessar!</a:t>
              </a:r>
              <a:endParaRPr lang="pt-B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tângulo de cantos arredondados 15"/>
            <p:cNvSpPr/>
            <p:nvPr/>
          </p:nvSpPr>
          <p:spPr>
            <a:xfrm>
              <a:off x="8611672" y="4170180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OK</a:t>
              </a:r>
              <a:endParaRPr lang="pt-BR" dirty="0"/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1806" y="1825401"/>
              <a:ext cx="912622" cy="912622"/>
            </a:xfrm>
            <a:prstGeom prst="rect">
              <a:avLst/>
            </a:prstGeom>
          </p:spPr>
        </p:pic>
      </p:grpSp>
      <p:cxnSp>
        <p:nvCxnSpPr>
          <p:cNvPr id="27" name="Conector angulado 26"/>
          <p:cNvCxnSpPr>
            <a:stCxn id="6" idx="3"/>
            <a:endCxn id="16" idx="1"/>
          </p:cNvCxnSpPr>
          <p:nvPr/>
        </p:nvCxnSpPr>
        <p:spPr>
          <a:xfrm flipV="1">
            <a:off x="3966691" y="4457631"/>
            <a:ext cx="4644981" cy="29360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4772148" y="1106354"/>
            <a:ext cx="3034066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06: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entrar ele vai validar se o “manter conectado está ticado”, se não tiver ele vai mostrar essa mensagem para o usuário.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2163647" y="3832872"/>
            <a:ext cx="1803044" cy="5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angulado 32"/>
          <p:cNvCxnSpPr>
            <a:stCxn id="31" idx="3"/>
          </p:cNvCxnSpPr>
          <p:nvPr/>
        </p:nvCxnSpPr>
        <p:spPr>
          <a:xfrm flipV="1">
            <a:off x="3966691" y="3453208"/>
            <a:ext cx="4160844" cy="63166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58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06043" y="1385368"/>
            <a:ext cx="2608406" cy="4086851"/>
            <a:chOff x="8163914" y="1447412"/>
            <a:chExt cx="2608406" cy="4086851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6" name="Retângulo de cantos arredondados 5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8248756" y="1382564"/>
            <a:ext cx="2608406" cy="4086851"/>
            <a:chOff x="8163914" y="1447412"/>
            <a:chExt cx="2608406" cy="40868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000" y="1447412"/>
              <a:ext cx="2106233" cy="972378"/>
            </a:xfrm>
            <a:prstGeom prst="rect">
              <a:avLst/>
            </a:prstGeom>
          </p:spPr>
        </p:pic>
        <p:sp>
          <p:nvSpPr>
            <p:cNvPr id="20" name="Retângulo de cantos arredondados 19"/>
            <p:cNvSpPr/>
            <p:nvPr/>
          </p:nvSpPr>
          <p:spPr>
            <a:xfrm>
              <a:off x="8611672" y="4569722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Entrar</a:t>
              </a:r>
              <a:endParaRPr lang="pt-BR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8163914" y="5272653"/>
              <a:ext cx="2608406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rgbClr val="01294E"/>
                  </a:solidFill>
                </a:rPr>
                <a:t>Deseja cadastrar uma conta? </a:t>
              </a:r>
              <a:r>
                <a:rPr lang="pt-BR" sz="1100" b="1" cap="none" spc="0" dirty="0" smtClean="0">
                  <a:ln w="0"/>
                  <a:solidFill>
                    <a:srgbClr val="01294E"/>
                  </a:solidFill>
                </a:rPr>
                <a:t>Cadastre - se</a:t>
              </a:r>
              <a:endParaRPr lang="pt-BR" sz="1100" b="1" cap="none" spc="0" dirty="0">
                <a:ln w="0"/>
                <a:solidFill>
                  <a:srgbClr val="01294E"/>
                </a:solidFill>
              </a:endParaRPr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8611672" y="2704662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Login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8611672" y="3311994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Senha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8611672" y="3999825"/>
              <a:ext cx="326266" cy="294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8937938" y="4009506"/>
              <a:ext cx="1242649" cy="2616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100" b="0" cap="none" spc="0" dirty="0" smtClean="0">
                  <a:ln w="0"/>
                  <a:solidFill>
                    <a:schemeClr val="bg1">
                      <a:lumMod val="50000"/>
                    </a:schemeClr>
                  </a:solidFill>
                </a:rPr>
                <a:t>Manter conectado</a:t>
              </a:r>
              <a:endParaRPr lang="pt-BR" sz="1100" b="1" cap="none" spc="0" dirty="0">
                <a:ln w="0"/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8186670" y="1277715"/>
            <a:ext cx="2562896" cy="4582805"/>
            <a:chOff x="8186670" y="1233824"/>
            <a:chExt cx="2562896" cy="4582805"/>
          </a:xfrm>
        </p:grpSpPr>
        <p:sp>
          <p:nvSpPr>
            <p:cNvPr id="13" name="Retângulo 12"/>
            <p:cNvSpPr/>
            <p:nvPr/>
          </p:nvSpPr>
          <p:spPr>
            <a:xfrm>
              <a:off x="8186670" y="1233824"/>
              <a:ext cx="2562896" cy="458280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8186670" y="1425002"/>
              <a:ext cx="2562896" cy="3535879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8409194" y="3023679"/>
              <a:ext cx="2117847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Seja bem vindo </a:t>
              </a:r>
              <a:r>
                <a:rPr lang="pt-BR" dirty="0" err="1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Adm</a:t>
              </a:r>
              <a:r>
                <a:rPr lang="pt-BR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  <a:endParaRPr lang="pt-BR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tângulo de cantos arredondados 15"/>
            <p:cNvSpPr/>
            <p:nvPr/>
          </p:nvSpPr>
          <p:spPr>
            <a:xfrm>
              <a:off x="8611672" y="4170180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OK</a:t>
              </a:r>
              <a:endParaRPr lang="pt-BR" dirty="0"/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1806" y="1825401"/>
              <a:ext cx="912622" cy="912622"/>
            </a:xfrm>
            <a:prstGeom prst="rect">
              <a:avLst/>
            </a:prstGeom>
          </p:spPr>
        </p:pic>
      </p:grpSp>
      <p:cxnSp>
        <p:nvCxnSpPr>
          <p:cNvPr id="27" name="Conector angulado 26"/>
          <p:cNvCxnSpPr>
            <a:stCxn id="6" idx="3"/>
            <a:endCxn id="16" idx="1"/>
          </p:cNvCxnSpPr>
          <p:nvPr/>
        </p:nvCxnSpPr>
        <p:spPr>
          <a:xfrm flipV="1">
            <a:off x="3966691" y="4457631"/>
            <a:ext cx="4644981" cy="29360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4768623" y="1036245"/>
            <a:ext cx="3034066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Mensagem 07:</a:t>
            </a:r>
          </a:p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entrar ele vai validar os dados dos campos com o que está no banco de dados se for igual ele vai exibir uma mensagem de “seja bem vindo”.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68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828800" y="1236372"/>
            <a:ext cx="2575775" cy="798490"/>
          </a:xfrm>
          <a:prstGeom prst="rect">
            <a:avLst/>
          </a:prstGeom>
          <a:solidFill>
            <a:srgbClr val="01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858" y="1322633"/>
            <a:ext cx="625967" cy="625967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2810269" y="1435561"/>
            <a:ext cx="82586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Menu</a:t>
            </a:r>
            <a:endParaRPr lang="pt-BR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8180230" y="1236371"/>
            <a:ext cx="2575775" cy="798490"/>
            <a:chOff x="4518336" y="1549355"/>
            <a:chExt cx="2575775" cy="798490"/>
          </a:xfrm>
        </p:grpSpPr>
        <p:sp>
          <p:nvSpPr>
            <p:cNvPr id="7" name="Retângulo 6"/>
            <p:cNvSpPr/>
            <p:nvPr/>
          </p:nvSpPr>
          <p:spPr>
            <a:xfrm>
              <a:off x="4518336" y="1549355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9394" y="1635616"/>
              <a:ext cx="625967" cy="625967"/>
            </a:xfrm>
            <a:prstGeom prst="rect">
              <a:avLst/>
            </a:prstGeom>
          </p:spPr>
        </p:pic>
        <p:sp>
          <p:nvSpPr>
            <p:cNvPr id="9" name="Retângulo 8"/>
            <p:cNvSpPr/>
            <p:nvPr/>
          </p:nvSpPr>
          <p:spPr>
            <a:xfrm>
              <a:off x="5499805" y="1748544"/>
              <a:ext cx="825867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Menu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8086494" y="1236371"/>
            <a:ext cx="2669511" cy="4443212"/>
            <a:chOff x="8086493" y="1236371"/>
            <a:chExt cx="2669511" cy="4443212"/>
          </a:xfrm>
        </p:grpSpPr>
        <p:sp>
          <p:nvSpPr>
            <p:cNvPr id="11" name="Retângulo 10"/>
            <p:cNvSpPr/>
            <p:nvPr/>
          </p:nvSpPr>
          <p:spPr>
            <a:xfrm>
              <a:off x="8180229" y="1236371"/>
              <a:ext cx="2575775" cy="4443212"/>
            </a:xfrm>
            <a:prstGeom prst="rect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8180228" y="1236371"/>
              <a:ext cx="2019840" cy="4443212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/>
            <p:cNvSpPr/>
            <p:nvPr/>
          </p:nvSpPr>
          <p:spPr>
            <a:xfrm>
              <a:off x="8313837" y="1322632"/>
              <a:ext cx="1081826" cy="1088699"/>
            </a:xfrm>
            <a:prstGeom prst="ellipse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AM</a:t>
              </a:r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Conector reto 14"/>
            <p:cNvCxnSpPr/>
            <p:nvPr/>
          </p:nvCxnSpPr>
          <p:spPr>
            <a:xfrm>
              <a:off x="8199545" y="2884867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8151779" y="3645588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8151779" y="4350912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>
              <a:off x="8180228" y="4969099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Imagem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9545" y="2930376"/>
              <a:ext cx="686875" cy="686875"/>
            </a:xfrm>
            <a:prstGeom prst="rect">
              <a:avLst/>
            </a:prstGeom>
          </p:spPr>
        </p:pic>
        <p:sp>
          <p:nvSpPr>
            <p:cNvPr id="21" name="Retângulo 20"/>
            <p:cNvSpPr/>
            <p:nvPr/>
          </p:nvSpPr>
          <p:spPr>
            <a:xfrm>
              <a:off x="8086493" y="2476909"/>
              <a:ext cx="2120965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Usuário: Administrador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8886420" y="3110026"/>
              <a:ext cx="85901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Produto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8904968" y="3828973"/>
              <a:ext cx="812916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Agenda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8936306" y="4447376"/>
              <a:ext cx="759247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Pedido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9075318" y="5147459"/>
              <a:ext cx="495650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Sair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pic>
          <p:nvPicPr>
            <p:cNvPr id="27" name="Imagem 2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2274" y="3680936"/>
              <a:ext cx="600649" cy="600649"/>
            </a:xfrm>
            <a:prstGeom prst="rect">
              <a:avLst/>
            </a:prstGeom>
          </p:spPr>
        </p:pic>
        <p:pic>
          <p:nvPicPr>
            <p:cNvPr id="30" name="Imagem 2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14830" y="4316932"/>
              <a:ext cx="686875" cy="686875"/>
            </a:xfrm>
            <a:prstGeom prst="rect">
              <a:avLst/>
            </a:prstGeom>
          </p:spPr>
        </p:pic>
        <p:pic>
          <p:nvPicPr>
            <p:cNvPr id="31" name="Imagem 3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9015" y="5007463"/>
              <a:ext cx="628094" cy="628094"/>
            </a:xfrm>
            <a:prstGeom prst="rect">
              <a:avLst/>
            </a:prstGeom>
          </p:spPr>
        </p:pic>
      </p:grpSp>
      <p:cxnSp>
        <p:nvCxnSpPr>
          <p:cNvPr id="34" name="Conector angulado 33"/>
          <p:cNvCxnSpPr>
            <a:endCxn id="12" idx="2"/>
          </p:cNvCxnSpPr>
          <p:nvPr/>
        </p:nvCxnSpPr>
        <p:spPr>
          <a:xfrm>
            <a:off x="2605825" y="1635615"/>
            <a:ext cx="6584324" cy="4043968"/>
          </a:xfrm>
          <a:prstGeom prst="bentConnector4">
            <a:avLst>
              <a:gd name="adj1" fmla="val 33725"/>
              <a:gd name="adj2" fmla="val 10565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/>
          <p:cNvSpPr/>
          <p:nvPr/>
        </p:nvSpPr>
        <p:spPr>
          <a:xfrm>
            <a:off x="4959965" y="668557"/>
            <a:ext cx="3034066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clicar no botão do menu ele abrira um submenu com as opções de navegação. Lembrando que essa opção estará disponível em ambas telas para facilitar a navegação e experiência do usuário.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9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22358" y="1223492"/>
            <a:ext cx="2575775" cy="798490"/>
            <a:chOff x="4518336" y="1549355"/>
            <a:chExt cx="2575775" cy="798490"/>
          </a:xfrm>
        </p:grpSpPr>
        <p:sp>
          <p:nvSpPr>
            <p:cNvPr id="5" name="Retângulo 4"/>
            <p:cNvSpPr/>
            <p:nvPr/>
          </p:nvSpPr>
          <p:spPr>
            <a:xfrm>
              <a:off x="4518336" y="1549355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9394" y="1635616"/>
              <a:ext cx="625967" cy="625967"/>
            </a:xfrm>
            <a:prstGeom prst="rect">
              <a:avLst/>
            </a:prstGeom>
          </p:spPr>
        </p:pic>
        <p:sp>
          <p:nvSpPr>
            <p:cNvPr id="7" name="Retângulo 6"/>
            <p:cNvSpPr/>
            <p:nvPr/>
          </p:nvSpPr>
          <p:spPr>
            <a:xfrm>
              <a:off x="5499805" y="1748544"/>
              <a:ext cx="825867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Menu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1728622" y="1207188"/>
            <a:ext cx="2669511" cy="4443212"/>
            <a:chOff x="8086493" y="1236371"/>
            <a:chExt cx="2669511" cy="4443212"/>
          </a:xfrm>
        </p:grpSpPr>
        <p:sp>
          <p:nvSpPr>
            <p:cNvPr id="9" name="Retângulo 8"/>
            <p:cNvSpPr/>
            <p:nvPr/>
          </p:nvSpPr>
          <p:spPr>
            <a:xfrm>
              <a:off x="8180229" y="1236371"/>
              <a:ext cx="2575775" cy="4443212"/>
            </a:xfrm>
            <a:prstGeom prst="rect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8180228" y="1236371"/>
              <a:ext cx="2019840" cy="4443212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/>
            <p:cNvSpPr/>
            <p:nvPr/>
          </p:nvSpPr>
          <p:spPr>
            <a:xfrm>
              <a:off x="8313837" y="1322632"/>
              <a:ext cx="1081826" cy="1088699"/>
            </a:xfrm>
            <a:prstGeom prst="ellipse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AM</a:t>
              </a:r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8199545" y="2884867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>
              <a:off x="8151779" y="3645588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>
              <a:off x="8151779" y="4350912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>
            <a:xfrm>
              <a:off x="8180228" y="4969099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9545" y="2930376"/>
              <a:ext cx="686875" cy="686875"/>
            </a:xfrm>
            <a:prstGeom prst="rect">
              <a:avLst/>
            </a:prstGeom>
          </p:spPr>
        </p:pic>
        <p:sp>
          <p:nvSpPr>
            <p:cNvPr id="17" name="Retângulo 16"/>
            <p:cNvSpPr/>
            <p:nvPr/>
          </p:nvSpPr>
          <p:spPr>
            <a:xfrm>
              <a:off x="8086493" y="2476909"/>
              <a:ext cx="2120965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Usuário: Administrador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8886420" y="3110026"/>
              <a:ext cx="85901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Produto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8904968" y="3828973"/>
              <a:ext cx="812916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Agenda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8936306" y="4447376"/>
              <a:ext cx="759247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Pedido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9075318" y="5147459"/>
              <a:ext cx="495650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Sair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2274" y="3680936"/>
              <a:ext cx="600649" cy="600649"/>
            </a:xfrm>
            <a:prstGeom prst="rect">
              <a:avLst/>
            </a:prstGeom>
          </p:spPr>
        </p:pic>
        <p:pic>
          <p:nvPicPr>
            <p:cNvPr id="23" name="Imagem 2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14830" y="4316932"/>
              <a:ext cx="686875" cy="686875"/>
            </a:xfrm>
            <a:prstGeom prst="rect">
              <a:avLst/>
            </a:prstGeom>
          </p:spPr>
        </p:pic>
        <p:pic>
          <p:nvPicPr>
            <p:cNvPr id="24" name="Imagem 2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9015" y="5007463"/>
              <a:ext cx="628094" cy="628094"/>
            </a:xfrm>
            <a:prstGeom prst="rect">
              <a:avLst/>
            </a:prstGeom>
          </p:spPr>
        </p:pic>
      </p:grpSp>
      <p:grpSp>
        <p:nvGrpSpPr>
          <p:cNvPr id="44" name="Grupo 43"/>
          <p:cNvGrpSpPr/>
          <p:nvPr/>
        </p:nvGrpSpPr>
        <p:grpSpPr>
          <a:xfrm>
            <a:off x="8180230" y="2068468"/>
            <a:ext cx="2638132" cy="3598257"/>
            <a:chOff x="8180230" y="2068468"/>
            <a:chExt cx="2638132" cy="3598257"/>
          </a:xfrm>
        </p:grpSpPr>
        <p:pic>
          <p:nvPicPr>
            <p:cNvPr id="30" name="Imagem 2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31288" y="2068468"/>
              <a:ext cx="695036" cy="1107877"/>
            </a:xfrm>
            <a:prstGeom prst="rect">
              <a:avLst/>
            </a:prstGeom>
          </p:spPr>
        </p:pic>
        <p:sp>
          <p:nvSpPr>
            <p:cNvPr id="31" name="Retângulo 30"/>
            <p:cNvSpPr/>
            <p:nvPr/>
          </p:nvSpPr>
          <p:spPr>
            <a:xfrm>
              <a:off x="9045956" y="216068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1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Maracujá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Conector reto 31"/>
            <p:cNvCxnSpPr/>
            <p:nvPr/>
          </p:nvCxnSpPr>
          <p:spPr>
            <a:xfrm>
              <a:off x="8182815" y="324463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/>
            <p:cNvCxnSpPr/>
            <p:nvPr/>
          </p:nvCxnSpPr>
          <p:spPr>
            <a:xfrm>
              <a:off x="8180230" y="457175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tângulo 35"/>
            <p:cNvSpPr/>
            <p:nvPr/>
          </p:nvSpPr>
          <p:spPr>
            <a:xfrm>
              <a:off x="9108313" y="3435848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2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Abacaxi c/Hortelã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tângulo 37"/>
            <p:cNvSpPr/>
            <p:nvPr/>
          </p:nvSpPr>
          <p:spPr>
            <a:xfrm>
              <a:off x="9108313" y="465106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3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Caju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Imagem 3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18325" y="3342402"/>
              <a:ext cx="707999" cy="1109109"/>
            </a:xfrm>
            <a:prstGeom prst="rect">
              <a:avLst/>
            </a:prstGeom>
          </p:spPr>
        </p:pic>
        <p:pic>
          <p:nvPicPr>
            <p:cNvPr id="40" name="Imagem 3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57508" y="4601128"/>
              <a:ext cx="629631" cy="1028793"/>
            </a:xfrm>
            <a:prstGeom prst="rect">
              <a:avLst/>
            </a:prstGeom>
          </p:spPr>
        </p:pic>
      </p:grpSp>
      <p:grpSp>
        <p:nvGrpSpPr>
          <p:cNvPr id="43" name="Grupo 42"/>
          <p:cNvGrpSpPr/>
          <p:nvPr/>
        </p:nvGrpSpPr>
        <p:grpSpPr>
          <a:xfrm>
            <a:off x="8180230" y="1210157"/>
            <a:ext cx="2575775" cy="798490"/>
            <a:chOff x="8180230" y="1210157"/>
            <a:chExt cx="2575775" cy="798490"/>
          </a:xfrm>
        </p:grpSpPr>
        <p:sp>
          <p:nvSpPr>
            <p:cNvPr id="26" name="Retângulo 25"/>
            <p:cNvSpPr/>
            <p:nvPr/>
          </p:nvSpPr>
          <p:spPr>
            <a:xfrm>
              <a:off x="8180230" y="1210157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9026638" y="1409346"/>
              <a:ext cx="1082348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Imagem 40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661" y="1409346"/>
              <a:ext cx="483669" cy="483669"/>
            </a:xfrm>
            <a:prstGeom prst="rect">
              <a:avLst/>
            </a:prstGeom>
          </p:spPr>
        </p:pic>
        <p:pic>
          <p:nvPicPr>
            <p:cNvPr id="42" name="Imagem 4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325" y="1291544"/>
              <a:ext cx="625967" cy="625967"/>
            </a:xfrm>
            <a:prstGeom prst="rect">
              <a:avLst/>
            </a:prstGeom>
          </p:spPr>
        </p:pic>
      </p:grpSp>
      <p:cxnSp>
        <p:nvCxnSpPr>
          <p:cNvPr id="46" name="Conector angulado 45"/>
          <p:cNvCxnSpPr>
            <a:endCxn id="30" idx="1"/>
          </p:cNvCxnSpPr>
          <p:nvPr/>
        </p:nvCxnSpPr>
        <p:spPr>
          <a:xfrm flipV="1">
            <a:off x="3849587" y="2622407"/>
            <a:ext cx="4481701" cy="806387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tângulo 47"/>
          <p:cNvSpPr/>
          <p:nvPr/>
        </p:nvSpPr>
        <p:spPr>
          <a:xfrm>
            <a:off x="4772150" y="313041"/>
            <a:ext cx="303406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Clicando na parte do produto no submenu você será direcionado para tela de produto. Nesta tela mostrará só produtos ativos no sistema.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7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22358" y="1223035"/>
            <a:ext cx="2575775" cy="798490"/>
            <a:chOff x="8180230" y="1210157"/>
            <a:chExt cx="2575775" cy="798490"/>
          </a:xfrm>
        </p:grpSpPr>
        <p:sp>
          <p:nvSpPr>
            <p:cNvPr id="5" name="Retângulo 4"/>
            <p:cNvSpPr/>
            <p:nvPr/>
          </p:nvSpPr>
          <p:spPr>
            <a:xfrm>
              <a:off x="8180230" y="1210157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9026638" y="1409346"/>
              <a:ext cx="1082348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661" y="1409346"/>
              <a:ext cx="483669" cy="483669"/>
            </a:xfrm>
            <a:prstGeom prst="rect">
              <a:avLst/>
            </a:prstGeom>
          </p:spPr>
        </p:pic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325" y="1291544"/>
              <a:ext cx="625967" cy="625967"/>
            </a:xfrm>
            <a:prstGeom prst="rect">
              <a:avLst/>
            </a:prstGeom>
          </p:spPr>
        </p:pic>
      </p:grpSp>
      <p:grpSp>
        <p:nvGrpSpPr>
          <p:cNvPr id="9" name="Grupo 8"/>
          <p:cNvGrpSpPr/>
          <p:nvPr/>
        </p:nvGrpSpPr>
        <p:grpSpPr>
          <a:xfrm>
            <a:off x="1760001" y="2043297"/>
            <a:ext cx="2638132" cy="3598257"/>
            <a:chOff x="8180230" y="2068468"/>
            <a:chExt cx="2638132" cy="3598257"/>
          </a:xfrm>
        </p:grpSpPr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31288" y="2068468"/>
              <a:ext cx="695036" cy="1107877"/>
            </a:xfrm>
            <a:prstGeom prst="rect">
              <a:avLst/>
            </a:prstGeom>
          </p:spPr>
        </p:pic>
        <p:sp>
          <p:nvSpPr>
            <p:cNvPr id="11" name="Retângulo 10"/>
            <p:cNvSpPr/>
            <p:nvPr/>
          </p:nvSpPr>
          <p:spPr>
            <a:xfrm>
              <a:off x="9045956" y="216068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1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Maracujá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8182815" y="324463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>
              <a:off x="8180230" y="457175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tângulo 13"/>
            <p:cNvSpPr/>
            <p:nvPr/>
          </p:nvSpPr>
          <p:spPr>
            <a:xfrm>
              <a:off x="9108313" y="3435848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2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Abacaxi c/Hortelã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9108313" y="465106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3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Caju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18325" y="3342402"/>
              <a:ext cx="707999" cy="1109109"/>
            </a:xfrm>
            <a:prstGeom prst="rect">
              <a:avLst/>
            </a:prstGeom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57508" y="4601128"/>
              <a:ext cx="629631" cy="1028793"/>
            </a:xfrm>
            <a:prstGeom prst="rect">
              <a:avLst/>
            </a:prstGeom>
          </p:spPr>
        </p:pic>
      </p:grpSp>
      <p:grpSp>
        <p:nvGrpSpPr>
          <p:cNvPr id="18" name="Grupo 17"/>
          <p:cNvGrpSpPr/>
          <p:nvPr/>
        </p:nvGrpSpPr>
        <p:grpSpPr>
          <a:xfrm>
            <a:off x="8180230" y="1244807"/>
            <a:ext cx="2575775" cy="798490"/>
            <a:chOff x="8180230" y="1210157"/>
            <a:chExt cx="2575775" cy="798490"/>
          </a:xfrm>
        </p:grpSpPr>
        <p:sp>
          <p:nvSpPr>
            <p:cNvPr id="19" name="Retângulo 18"/>
            <p:cNvSpPr/>
            <p:nvPr/>
          </p:nvSpPr>
          <p:spPr>
            <a:xfrm>
              <a:off x="8180230" y="1210157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9026638" y="1409346"/>
              <a:ext cx="1082348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661" y="1409346"/>
              <a:ext cx="483669" cy="483669"/>
            </a:xfrm>
            <a:prstGeom prst="rect">
              <a:avLst/>
            </a:prstGeom>
          </p:spPr>
        </p:pic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325" y="1291544"/>
              <a:ext cx="625967" cy="625967"/>
            </a:xfrm>
            <a:prstGeom prst="rect">
              <a:avLst/>
            </a:prstGeom>
          </p:spPr>
        </p:pic>
      </p:grpSp>
      <p:grpSp>
        <p:nvGrpSpPr>
          <p:cNvPr id="23" name="Grupo 22"/>
          <p:cNvGrpSpPr/>
          <p:nvPr/>
        </p:nvGrpSpPr>
        <p:grpSpPr>
          <a:xfrm>
            <a:off x="8117873" y="2072656"/>
            <a:ext cx="2638132" cy="3598257"/>
            <a:chOff x="8180230" y="2068468"/>
            <a:chExt cx="2638132" cy="3598257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31288" y="2068468"/>
              <a:ext cx="695036" cy="1107877"/>
            </a:xfrm>
            <a:prstGeom prst="rect">
              <a:avLst/>
            </a:prstGeom>
          </p:spPr>
        </p:pic>
        <p:sp>
          <p:nvSpPr>
            <p:cNvPr id="25" name="Retângulo 24"/>
            <p:cNvSpPr/>
            <p:nvPr/>
          </p:nvSpPr>
          <p:spPr>
            <a:xfrm>
              <a:off x="9045956" y="216068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1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Maracujá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" name="Conector reto 25"/>
            <p:cNvCxnSpPr/>
            <p:nvPr/>
          </p:nvCxnSpPr>
          <p:spPr>
            <a:xfrm>
              <a:off x="8182815" y="324463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/>
            <p:cNvCxnSpPr/>
            <p:nvPr/>
          </p:nvCxnSpPr>
          <p:spPr>
            <a:xfrm>
              <a:off x="8180230" y="457175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tângulo 27"/>
            <p:cNvSpPr/>
            <p:nvPr/>
          </p:nvSpPr>
          <p:spPr>
            <a:xfrm>
              <a:off x="9108313" y="3435848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2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Abacaxi c/Hortelã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tângulo 28"/>
            <p:cNvSpPr/>
            <p:nvPr/>
          </p:nvSpPr>
          <p:spPr>
            <a:xfrm>
              <a:off x="9108313" y="465106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3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Caju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" name="Imagem 2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18325" y="3342402"/>
              <a:ext cx="707999" cy="1109109"/>
            </a:xfrm>
            <a:prstGeom prst="rect">
              <a:avLst/>
            </a:prstGeom>
          </p:spPr>
        </p:pic>
        <p:pic>
          <p:nvPicPr>
            <p:cNvPr id="31" name="Imagem 3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57508" y="4601128"/>
              <a:ext cx="629631" cy="1028793"/>
            </a:xfrm>
            <a:prstGeom prst="rect">
              <a:avLst/>
            </a:prstGeom>
          </p:spPr>
        </p:pic>
      </p:grpSp>
      <p:sp>
        <p:nvSpPr>
          <p:cNvPr id="32" name="Retângulo de cantos arredondados 31"/>
          <p:cNvSpPr/>
          <p:nvPr/>
        </p:nvSpPr>
        <p:spPr>
          <a:xfrm>
            <a:off x="8318325" y="1433115"/>
            <a:ext cx="2296951" cy="4121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Pesquisa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4" name="Conector angulado 33"/>
          <p:cNvCxnSpPr>
            <a:stCxn id="5" idx="3"/>
            <a:endCxn id="21" idx="3"/>
          </p:cNvCxnSpPr>
          <p:nvPr/>
        </p:nvCxnSpPr>
        <p:spPr>
          <a:xfrm>
            <a:off x="4398133" y="1622280"/>
            <a:ext cx="6276197" cy="63551"/>
          </a:xfrm>
          <a:prstGeom prst="bentConnector5">
            <a:avLst>
              <a:gd name="adj1" fmla="val 4491"/>
              <a:gd name="adj2" fmla="val 7750753"/>
              <a:gd name="adj3" fmla="val 10364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39"/>
          <p:cNvSpPr/>
          <p:nvPr/>
        </p:nvSpPr>
        <p:spPr>
          <a:xfrm>
            <a:off x="4869068" y="2043297"/>
            <a:ext cx="303406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Clicando na lupa ele mostrará uma caixa de pesquisa. Nesse campo você pode pesquisar por código ou pelo nome do produto.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98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760001" y="2043297"/>
            <a:ext cx="2638132" cy="3598257"/>
            <a:chOff x="8180230" y="2068468"/>
            <a:chExt cx="2638132" cy="3598257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1288" y="2068468"/>
              <a:ext cx="695036" cy="1107877"/>
            </a:xfrm>
            <a:prstGeom prst="rect">
              <a:avLst/>
            </a:prstGeom>
          </p:spPr>
        </p:pic>
        <p:sp>
          <p:nvSpPr>
            <p:cNvPr id="6" name="Retângulo 5"/>
            <p:cNvSpPr/>
            <p:nvPr/>
          </p:nvSpPr>
          <p:spPr>
            <a:xfrm>
              <a:off x="9045956" y="216068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1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Maracujá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Conector reto 6"/>
            <p:cNvCxnSpPr/>
            <p:nvPr/>
          </p:nvCxnSpPr>
          <p:spPr>
            <a:xfrm>
              <a:off x="8182815" y="324463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/>
            <p:nvPr/>
          </p:nvCxnSpPr>
          <p:spPr>
            <a:xfrm>
              <a:off x="8180230" y="457175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tângulo 8"/>
            <p:cNvSpPr/>
            <p:nvPr/>
          </p:nvSpPr>
          <p:spPr>
            <a:xfrm>
              <a:off x="9108313" y="3435848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2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Abacaxi c/Hortelã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9108313" y="465106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3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Caju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8325" y="3342402"/>
              <a:ext cx="707999" cy="1109109"/>
            </a:xfrm>
            <a:prstGeom prst="rect">
              <a:avLst/>
            </a:prstGeom>
          </p:spPr>
        </p:pic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57508" y="4601128"/>
              <a:ext cx="629631" cy="1028793"/>
            </a:xfrm>
            <a:prstGeom prst="rect">
              <a:avLst/>
            </a:prstGeom>
          </p:spPr>
        </p:pic>
      </p:grpSp>
      <p:grpSp>
        <p:nvGrpSpPr>
          <p:cNvPr id="13" name="Grupo 12"/>
          <p:cNvGrpSpPr/>
          <p:nvPr/>
        </p:nvGrpSpPr>
        <p:grpSpPr>
          <a:xfrm>
            <a:off x="1822358" y="1223035"/>
            <a:ext cx="2575775" cy="798490"/>
            <a:chOff x="8180230" y="1210157"/>
            <a:chExt cx="2575775" cy="798490"/>
          </a:xfrm>
        </p:grpSpPr>
        <p:sp>
          <p:nvSpPr>
            <p:cNvPr id="14" name="Retângulo 13"/>
            <p:cNvSpPr/>
            <p:nvPr/>
          </p:nvSpPr>
          <p:spPr>
            <a:xfrm>
              <a:off x="8180230" y="1210157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9026638" y="1409346"/>
              <a:ext cx="1082348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661" y="1409346"/>
              <a:ext cx="483669" cy="483669"/>
            </a:xfrm>
            <a:prstGeom prst="rect">
              <a:avLst/>
            </a:prstGeom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325" y="1291544"/>
              <a:ext cx="625967" cy="625967"/>
            </a:xfrm>
            <a:prstGeom prst="rect">
              <a:avLst/>
            </a:prstGeom>
          </p:spPr>
        </p:pic>
      </p:grpSp>
      <p:grpSp>
        <p:nvGrpSpPr>
          <p:cNvPr id="31" name="Grupo 30"/>
          <p:cNvGrpSpPr/>
          <p:nvPr/>
        </p:nvGrpSpPr>
        <p:grpSpPr>
          <a:xfrm>
            <a:off x="8180230" y="1235700"/>
            <a:ext cx="2575775" cy="798490"/>
            <a:chOff x="8180230" y="1235700"/>
            <a:chExt cx="2575775" cy="798490"/>
          </a:xfrm>
        </p:grpSpPr>
        <p:sp>
          <p:nvSpPr>
            <p:cNvPr id="19" name="Retângulo 18"/>
            <p:cNvSpPr/>
            <p:nvPr/>
          </p:nvSpPr>
          <p:spPr>
            <a:xfrm>
              <a:off x="8180230" y="1235700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8960676" y="1458554"/>
              <a:ext cx="1197765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Consulta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" name="Imagem 2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9347" y="1323839"/>
              <a:ext cx="622212" cy="622212"/>
            </a:xfrm>
            <a:prstGeom prst="rect">
              <a:avLst/>
            </a:prstGeom>
          </p:spPr>
        </p:pic>
      </p:grpSp>
      <p:grpSp>
        <p:nvGrpSpPr>
          <p:cNvPr id="32" name="Grupo 31"/>
          <p:cNvGrpSpPr/>
          <p:nvPr/>
        </p:nvGrpSpPr>
        <p:grpSpPr>
          <a:xfrm>
            <a:off x="8396659" y="2135511"/>
            <a:ext cx="2142914" cy="3362340"/>
            <a:chOff x="8396659" y="2135511"/>
            <a:chExt cx="2142914" cy="3362340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1924" y="2513831"/>
              <a:ext cx="1232383" cy="1964400"/>
            </a:xfrm>
            <a:prstGeom prst="rect">
              <a:avLst/>
            </a:prstGeom>
          </p:spPr>
        </p:pic>
        <p:sp>
          <p:nvSpPr>
            <p:cNvPr id="25" name="Retângulo 24"/>
            <p:cNvSpPr/>
            <p:nvPr/>
          </p:nvSpPr>
          <p:spPr>
            <a:xfrm>
              <a:off x="8396659" y="2135511"/>
              <a:ext cx="2142914" cy="27699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– Polpinha de Maracujá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8396659" y="4482188"/>
              <a:ext cx="2142914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</a:p>
            <a:p>
              <a:pPr algn="ctr"/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pPr algn="ctr"/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 Caixa: 6KG</a:t>
              </a:r>
            </a:p>
            <a:p>
              <a:pPr algn="ctr"/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NCM: 000000</a:t>
              </a:r>
            </a:p>
            <a:p>
              <a:pPr algn="ctr"/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EAN: 11111111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8" name="Conector angulado 27"/>
          <p:cNvCxnSpPr>
            <a:endCxn id="24" idx="1"/>
          </p:cNvCxnSpPr>
          <p:nvPr/>
        </p:nvCxnSpPr>
        <p:spPr>
          <a:xfrm>
            <a:off x="4333191" y="2643342"/>
            <a:ext cx="4518733" cy="85268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4724897" y="4044853"/>
            <a:ext cx="3317237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Ao selecionar o produto o usuário será direcionado a uma nova tela e onde terá informações adicionais sobre o produto.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angulado 20"/>
          <p:cNvCxnSpPr>
            <a:stCxn id="23" idx="1"/>
          </p:cNvCxnSpPr>
          <p:nvPr/>
        </p:nvCxnSpPr>
        <p:spPr>
          <a:xfrm rot="10800000" flipV="1">
            <a:off x="4398133" y="1634944"/>
            <a:ext cx="3861214" cy="1355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630564" y="437202"/>
            <a:ext cx="331723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Na tela de consulta ao clicar no botão voltar o usuário retornara a tela de produtos.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77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9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760001" y="2043297"/>
            <a:ext cx="2638132" cy="3598257"/>
            <a:chOff x="8180230" y="2068468"/>
            <a:chExt cx="2638132" cy="3598257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1288" y="2068468"/>
              <a:ext cx="695036" cy="1107877"/>
            </a:xfrm>
            <a:prstGeom prst="rect">
              <a:avLst/>
            </a:prstGeom>
          </p:spPr>
        </p:pic>
        <p:sp>
          <p:nvSpPr>
            <p:cNvPr id="6" name="Retângulo 5"/>
            <p:cNvSpPr/>
            <p:nvPr/>
          </p:nvSpPr>
          <p:spPr>
            <a:xfrm>
              <a:off x="9045956" y="216068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1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Maracujá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Conector reto 6"/>
            <p:cNvCxnSpPr/>
            <p:nvPr/>
          </p:nvCxnSpPr>
          <p:spPr>
            <a:xfrm>
              <a:off x="8182815" y="324463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/>
            <p:nvPr/>
          </p:nvCxnSpPr>
          <p:spPr>
            <a:xfrm>
              <a:off x="8180230" y="4571750"/>
              <a:ext cx="2573190" cy="0"/>
            </a:xfrm>
            <a:prstGeom prst="line">
              <a:avLst/>
            </a:prstGeom>
            <a:ln w="9525">
              <a:solidFill>
                <a:srgbClr val="01294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tângulo 8"/>
            <p:cNvSpPr/>
            <p:nvPr/>
          </p:nvSpPr>
          <p:spPr>
            <a:xfrm>
              <a:off x="9108313" y="3435848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2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Abacaxi c/Hortelã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9108313" y="4651062"/>
              <a:ext cx="171004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SKU: 3</a:t>
              </a:r>
            </a:p>
            <a:p>
              <a:r>
                <a:rPr lang="pt-BR" sz="1200" b="0" cap="none" spc="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Produto: Polpinha de Caju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Peso: 1KG</a:t>
              </a:r>
            </a:p>
            <a:p>
              <a:r>
                <a:rPr lang="pt-BR" sz="1200" dirty="0" smtClean="0">
                  <a:ln w="0"/>
                  <a:solidFill>
                    <a:srgbClr val="01294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Caixa: 6 unidades</a:t>
              </a:r>
              <a:endParaRPr lang="pt-BR" sz="3600" b="0" cap="none" spc="0" dirty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8325" y="3342402"/>
              <a:ext cx="707999" cy="1109109"/>
            </a:xfrm>
            <a:prstGeom prst="rect">
              <a:avLst/>
            </a:prstGeom>
          </p:spPr>
        </p:pic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57508" y="4601128"/>
              <a:ext cx="629631" cy="1028793"/>
            </a:xfrm>
            <a:prstGeom prst="rect">
              <a:avLst/>
            </a:prstGeom>
          </p:spPr>
        </p:pic>
      </p:grpSp>
      <p:grpSp>
        <p:nvGrpSpPr>
          <p:cNvPr id="13" name="Grupo 12"/>
          <p:cNvGrpSpPr/>
          <p:nvPr/>
        </p:nvGrpSpPr>
        <p:grpSpPr>
          <a:xfrm>
            <a:off x="1822358" y="1223035"/>
            <a:ext cx="2575775" cy="798490"/>
            <a:chOff x="8180230" y="1210157"/>
            <a:chExt cx="2575775" cy="798490"/>
          </a:xfrm>
        </p:grpSpPr>
        <p:sp>
          <p:nvSpPr>
            <p:cNvPr id="14" name="Retângulo 13"/>
            <p:cNvSpPr/>
            <p:nvPr/>
          </p:nvSpPr>
          <p:spPr>
            <a:xfrm>
              <a:off x="8180230" y="1210157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9026638" y="1409346"/>
              <a:ext cx="1082348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0661" y="1409346"/>
              <a:ext cx="483669" cy="483669"/>
            </a:xfrm>
            <a:prstGeom prst="rect">
              <a:avLst/>
            </a:prstGeom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325" y="1291544"/>
              <a:ext cx="625967" cy="625967"/>
            </a:xfrm>
            <a:prstGeom prst="rect">
              <a:avLst/>
            </a:prstGeom>
          </p:spPr>
        </p:pic>
      </p:grpSp>
      <p:grpSp>
        <p:nvGrpSpPr>
          <p:cNvPr id="18" name="Grupo 17"/>
          <p:cNvGrpSpPr/>
          <p:nvPr/>
        </p:nvGrpSpPr>
        <p:grpSpPr>
          <a:xfrm>
            <a:off x="1728622" y="1207188"/>
            <a:ext cx="2669511" cy="4443212"/>
            <a:chOff x="8086493" y="1236371"/>
            <a:chExt cx="2669511" cy="4443212"/>
          </a:xfrm>
        </p:grpSpPr>
        <p:sp>
          <p:nvSpPr>
            <p:cNvPr id="19" name="Retângulo 18"/>
            <p:cNvSpPr/>
            <p:nvPr/>
          </p:nvSpPr>
          <p:spPr>
            <a:xfrm>
              <a:off x="8180229" y="1236371"/>
              <a:ext cx="2575775" cy="4443212"/>
            </a:xfrm>
            <a:prstGeom prst="rect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8180228" y="1236371"/>
              <a:ext cx="2019840" cy="4443212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ipse 20"/>
            <p:cNvSpPr/>
            <p:nvPr/>
          </p:nvSpPr>
          <p:spPr>
            <a:xfrm>
              <a:off x="8313837" y="1322632"/>
              <a:ext cx="1081826" cy="1088699"/>
            </a:xfrm>
            <a:prstGeom prst="ellipse">
              <a:avLst/>
            </a:prstGeom>
            <a:solidFill>
              <a:srgbClr val="01294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AM</a:t>
              </a:r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Conector reto 21"/>
            <p:cNvCxnSpPr/>
            <p:nvPr/>
          </p:nvCxnSpPr>
          <p:spPr>
            <a:xfrm>
              <a:off x="8199545" y="2884867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/>
            <p:cNvCxnSpPr/>
            <p:nvPr/>
          </p:nvCxnSpPr>
          <p:spPr>
            <a:xfrm>
              <a:off x="8151779" y="3645588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/>
            <p:cNvCxnSpPr/>
            <p:nvPr/>
          </p:nvCxnSpPr>
          <p:spPr>
            <a:xfrm>
              <a:off x="8151779" y="4350912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/>
            <p:cNvCxnSpPr/>
            <p:nvPr/>
          </p:nvCxnSpPr>
          <p:spPr>
            <a:xfrm>
              <a:off x="8180228" y="4969099"/>
              <a:ext cx="201984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9545" y="2930376"/>
              <a:ext cx="686875" cy="686875"/>
            </a:xfrm>
            <a:prstGeom prst="rect">
              <a:avLst/>
            </a:prstGeom>
          </p:spPr>
        </p:pic>
        <p:sp>
          <p:nvSpPr>
            <p:cNvPr id="27" name="Retângulo 26"/>
            <p:cNvSpPr/>
            <p:nvPr/>
          </p:nvSpPr>
          <p:spPr>
            <a:xfrm>
              <a:off x="8086493" y="2476909"/>
              <a:ext cx="2120965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Usuário: Administrador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8886420" y="3110026"/>
              <a:ext cx="859018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Produto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29" name="Retângulo 28"/>
            <p:cNvSpPr/>
            <p:nvPr/>
          </p:nvSpPr>
          <p:spPr>
            <a:xfrm>
              <a:off x="8904968" y="3828973"/>
              <a:ext cx="812916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Agenda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8936306" y="4447376"/>
              <a:ext cx="759247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Pedido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sp>
          <p:nvSpPr>
            <p:cNvPr id="31" name="Retângulo 30"/>
            <p:cNvSpPr/>
            <p:nvPr/>
          </p:nvSpPr>
          <p:spPr>
            <a:xfrm>
              <a:off x="9075318" y="5147459"/>
              <a:ext cx="495650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dirty="0" smtClean="0">
                  <a:ln w="0"/>
                  <a:solidFill>
                    <a:schemeClr val="bg1"/>
                  </a:solidFill>
                </a:rPr>
                <a:t>Sair</a:t>
              </a:r>
              <a:endParaRPr lang="pt-BR" sz="1600" b="0" cap="none" spc="0" dirty="0">
                <a:ln w="0"/>
                <a:solidFill>
                  <a:schemeClr val="bg1"/>
                </a:solidFill>
              </a:endParaRPr>
            </a:p>
          </p:txBody>
        </p:sp>
        <p:pic>
          <p:nvPicPr>
            <p:cNvPr id="32" name="Imagem 3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2274" y="3680936"/>
              <a:ext cx="600649" cy="600649"/>
            </a:xfrm>
            <a:prstGeom prst="rect">
              <a:avLst/>
            </a:prstGeom>
          </p:spPr>
        </p:pic>
        <p:pic>
          <p:nvPicPr>
            <p:cNvPr id="33" name="Imagem 3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14830" y="4316932"/>
              <a:ext cx="686875" cy="686875"/>
            </a:xfrm>
            <a:prstGeom prst="rect">
              <a:avLst/>
            </a:prstGeom>
          </p:spPr>
        </p:pic>
        <p:pic>
          <p:nvPicPr>
            <p:cNvPr id="34" name="Imagem 3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9015" y="5007463"/>
              <a:ext cx="628094" cy="628094"/>
            </a:xfrm>
            <a:prstGeom prst="rect">
              <a:avLst/>
            </a:prstGeom>
          </p:spPr>
        </p:pic>
      </p:grpSp>
      <p:grpSp>
        <p:nvGrpSpPr>
          <p:cNvPr id="35" name="Grupo 34"/>
          <p:cNvGrpSpPr/>
          <p:nvPr/>
        </p:nvGrpSpPr>
        <p:grpSpPr>
          <a:xfrm>
            <a:off x="8180230" y="1241059"/>
            <a:ext cx="2575775" cy="798490"/>
            <a:chOff x="8180230" y="1210157"/>
            <a:chExt cx="2575775" cy="798490"/>
          </a:xfrm>
        </p:grpSpPr>
        <p:sp>
          <p:nvSpPr>
            <p:cNvPr id="36" name="Retângulo 35"/>
            <p:cNvSpPr/>
            <p:nvPr/>
          </p:nvSpPr>
          <p:spPr>
            <a:xfrm>
              <a:off x="8180230" y="1210157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 36"/>
            <p:cNvSpPr/>
            <p:nvPr/>
          </p:nvSpPr>
          <p:spPr>
            <a:xfrm>
              <a:off x="9082387" y="1406786"/>
              <a:ext cx="1069524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0" cap="none" spc="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Agenda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Imagem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325" y="1291544"/>
              <a:ext cx="625967" cy="625967"/>
            </a:xfrm>
            <a:prstGeom prst="rect">
              <a:avLst/>
            </a:prstGeom>
          </p:spPr>
        </p:pic>
      </p:grpSp>
      <p:grpSp>
        <p:nvGrpSpPr>
          <p:cNvPr id="54" name="Grupo 53"/>
          <p:cNvGrpSpPr/>
          <p:nvPr/>
        </p:nvGrpSpPr>
        <p:grpSpPr>
          <a:xfrm>
            <a:off x="9737554" y="3791731"/>
            <a:ext cx="853760" cy="894826"/>
            <a:chOff x="9725031" y="3840336"/>
            <a:chExt cx="853760" cy="894826"/>
          </a:xfrm>
        </p:grpSpPr>
        <p:sp>
          <p:nvSpPr>
            <p:cNvPr id="52" name="Elipse 51"/>
            <p:cNvSpPr/>
            <p:nvPr/>
          </p:nvSpPr>
          <p:spPr>
            <a:xfrm>
              <a:off x="9725031" y="3840336"/>
              <a:ext cx="853760" cy="894826"/>
            </a:xfrm>
            <a:prstGeom prst="ellipse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3" name="Imagem 52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54910" y="3993270"/>
              <a:ext cx="594002" cy="594002"/>
            </a:xfrm>
            <a:prstGeom prst="rect">
              <a:avLst/>
            </a:prstGeom>
          </p:spPr>
        </p:pic>
      </p:grpSp>
      <p:cxnSp>
        <p:nvCxnSpPr>
          <p:cNvPr id="58" name="Conector angulado 57"/>
          <p:cNvCxnSpPr>
            <a:endCxn id="45" idx="1"/>
          </p:cNvCxnSpPr>
          <p:nvPr/>
        </p:nvCxnSpPr>
        <p:spPr>
          <a:xfrm>
            <a:off x="3813748" y="3969067"/>
            <a:ext cx="4504577" cy="1180550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tângulo 59"/>
          <p:cNvSpPr/>
          <p:nvPr/>
        </p:nvSpPr>
        <p:spPr>
          <a:xfrm>
            <a:off x="4644584" y="830372"/>
            <a:ext cx="331723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submenu clicando em agenda o usuário navegara para tela de agendamento. Nessa tela o usuário poderá adicionar todas as tarefas desde reunião até prospecção de novos negócios e monitorar sua eficiência.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upo 62"/>
          <p:cNvGrpSpPr/>
          <p:nvPr/>
        </p:nvGrpSpPr>
        <p:grpSpPr>
          <a:xfrm>
            <a:off x="8180229" y="4855127"/>
            <a:ext cx="2575775" cy="831671"/>
            <a:chOff x="8180229" y="4855127"/>
            <a:chExt cx="2575775" cy="831671"/>
          </a:xfrm>
        </p:grpSpPr>
        <p:grpSp>
          <p:nvGrpSpPr>
            <p:cNvPr id="62" name="Grupo 61"/>
            <p:cNvGrpSpPr/>
            <p:nvPr/>
          </p:nvGrpSpPr>
          <p:grpSpPr>
            <a:xfrm>
              <a:off x="8180229" y="4888308"/>
              <a:ext cx="2575775" cy="798490"/>
              <a:chOff x="8180229" y="4888308"/>
              <a:chExt cx="2575775" cy="798490"/>
            </a:xfrm>
          </p:grpSpPr>
          <p:sp>
            <p:nvSpPr>
              <p:cNvPr id="44" name="Retângulo 43"/>
              <p:cNvSpPr/>
              <p:nvPr/>
            </p:nvSpPr>
            <p:spPr>
              <a:xfrm>
                <a:off x="8180229" y="4888308"/>
                <a:ext cx="2575775" cy="798490"/>
              </a:xfrm>
              <a:prstGeom prst="rect">
                <a:avLst/>
              </a:prstGeom>
              <a:solidFill>
                <a:srgbClr val="0129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56" name="Conector reto 55"/>
              <p:cNvCxnSpPr/>
              <p:nvPr/>
            </p:nvCxnSpPr>
            <p:spPr>
              <a:xfrm>
                <a:off x="8275281" y="4888308"/>
                <a:ext cx="669011" cy="0"/>
              </a:xfrm>
              <a:prstGeom prst="line">
                <a:avLst/>
              </a:prstGeom>
              <a:ln w="381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5" name="Imagem 44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325" y="4863979"/>
              <a:ext cx="571275" cy="571275"/>
            </a:xfrm>
            <a:prstGeom prst="rect">
              <a:avLst/>
            </a:prstGeom>
          </p:spPr>
        </p:pic>
        <p:sp>
          <p:nvSpPr>
            <p:cNvPr id="46" name="Retângulo 45"/>
            <p:cNvSpPr/>
            <p:nvPr/>
          </p:nvSpPr>
          <p:spPr>
            <a:xfrm>
              <a:off x="8275281" y="5378375"/>
              <a:ext cx="712054" cy="27699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200" b="0" cap="none" spc="0" dirty="0" smtClean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Agenda</a:t>
              </a:r>
              <a:endParaRPr lang="pt-BR" b="0" cap="none" spc="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tângulo 46"/>
            <p:cNvSpPr/>
            <p:nvPr/>
          </p:nvSpPr>
          <p:spPr>
            <a:xfrm>
              <a:off x="8880764" y="5363767"/>
              <a:ext cx="1130439" cy="27699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200" b="0" cap="none" spc="0" dirty="0" smtClean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Compromisso</a:t>
              </a:r>
              <a:endParaRPr lang="pt-BR" b="0" cap="none" spc="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tângulo 47"/>
            <p:cNvSpPr/>
            <p:nvPr/>
          </p:nvSpPr>
          <p:spPr>
            <a:xfrm>
              <a:off x="9874031" y="5363767"/>
              <a:ext cx="881973" cy="27699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200" b="0" cap="none" spc="0" dirty="0" smtClean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Finalizado</a:t>
              </a:r>
              <a:endParaRPr lang="pt-BR" b="0" cap="none" spc="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0" name="Imagem 49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2438" y="4896378"/>
              <a:ext cx="538876" cy="538876"/>
            </a:xfrm>
            <a:prstGeom prst="rect">
              <a:avLst/>
            </a:prstGeom>
          </p:spPr>
        </p:pic>
        <p:pic>
          <p:nvPicPr>
            <p:cNvPr id="51" name="Imagem 50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1615" y="4855127"/>
              <a:ext cx="580127" cy="580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763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7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upo 30"/>
          <p:cNvGrpSpPr/>
          <p:nvPr/>
        </p:nvGrpSpPr>
        <p:grpSpPr>
          <a:xfrm>
            <a:off x="1822358" y="1205924"/>
            <a:ext cx="2575776" cy="4445739"/>
            <a:chOff x="8180229" y="1241059"/>
            <a:chExt cx="2575776" cy="4445739"/>
          </a:xfrm>
        </p:grpSpPr>
        <p:grpSp>
          <p:nvGrpSpPr>
            <p:cNvPr id="14" name="Grupo 13"/>
            <p:cNvGrpSpPr/>
            <p:nvPr/>
          </p:nvGrpSpPr>
          <p:grpSpPr>
            <a:xfrm>
              <a:off x="8180230" y="1241059"/>
              <a:ext cx="2575775" cy="798490"/>
              <a:chOff x="8180230" y="1210157"/>
              <a:chExt cx="2575775" cy="798490"/>
            </a:xfrm>
          </p:grpSpPr>
          <p:sp>
            <p:nvSpPr>
              <p:cNvPr id="15" name="Retângulo 14"/>
              <p:cNvSpPr/>
              <p:nvPr/>
            </p:nvSpPr>
            <p:spPr>
              <a:xfrm>
                <a:off x="8180230" y="1210157"/>
                <a:ext cx="2575775" cy="798490"/>
              </a:xfrm>
              <a:prstGeom prst="rect">
                <a:avLst/>
              </a:prstGeom>
              <a:solidFill>
                <a:srgbClr val="0129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Retângulo 15"/>
              <p:cNvSpPr/>
              <p:nvPr/>
            </p:nvSpPr>
            <p:spPr>
              <a:xfrm>
                <a:off x="9082387" y="1406786"/>
                <a:ext cx="1069524" cy="4001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000" b="0" cap="none" spc="0" dirty="0" smtClean="0">
                    <a:ln w="0"/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Agenda</a:t>
                </a:r>
                <a:endParaRPr lang="pt-BR" sz="5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7" name="Imagem 1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18325" y="1291544"/>
                <a:ext cx="625967" cy="625967"/>
              </a:xfrm>
              <a:prstGeom prst="rect">
                <a:avLst/>
              </a:prstGeom>
            </p:spPr>
          </p:pic>
        </p:grpSp>
        <p:grpSp>
          <p:nvGrpSpPr>
            <p:cNvPr id="18" name="Grupo 17"/>
            <p:cNvGrpSpPr/>
            <p:nvPr/>
          </p:nvGrpSpPr>
          <p:grpSpPr>
            <a:xfrm>
              <a:off x="9737554" y="3791731"/>
              <a:ext cx="853760" cy="894826"/>
              <a:chOff x="9725031" y="3840336"/>
              <a:chExt cx="853760" cy="894826"/>
            </a:xfrm>
          </p:grpSpPr>
          <p:sp>
            <p:nvSpPr>
              <p:cNvPr id="19" name="Elipse 18"/>
              <p:cNvSpPr/>
              <p:nvPr/>
            </p:nvSpPr>
            <p:spPr>
              <a:xfrm>
                <a:off x="9725031" y="3840336"/>
                <a:ext cx="853760" cy="894826"/>
              </a:xfrm>
              <a:prstGeom prst="ellipse">
                <a:avLst/>
              </a:prstGeom>
              <a:solidFill>
                <a:srgbClr val="01294E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20" name="Imagem 1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54910" y="3993270"/>
                <a:ext cx="594002" cy="594002"/>
              </a:xfrm>
              <a:prstGeom prst="rect">
                <a:avLst/>
              </a:prstGeom>
            </p:spPr>
          </p:pic>
        </p:grpSp>
        <p:grpSp>
          <p:nvGrpSpPr>
            <p:cNvPr id="21" name="Grupo 20"/>
            <p:cNvGrpSpPr/>
            <p:nvPr/>
          </p:nvGrpSpPr>
          <p:grpSpPr>
            <a:xfrm>
              <a:off x="8180229" y="4855127"/>
              <a:ext cx="2575775" cy="831671"/>
              <a:chOff x="8180229" y="4855127"/>
              <a:chExt cx="2575775" cy="831671"/>
            </a:xfrm>
          </p:grpSpPr>
          <p:grpSp>
            <p:nvGrpSpPr>
              <p:cNvPr id="22" name="Grupo 21"/>
              <p:cNvGrpSpPr/>
              <p:nvPr/>
            </p:nvGrpSpPr>
            <p:grpSpPr>
              <a:xfrm>
                <a:off x="8180229" y="4888308"/>
                <a:ext cx="2575775" cy="798490"/>
                <a:chOff x="8180229" y="4888308"/>
                <a:chExt cx="2575775" cy="798490"/>
              </a:xfrm>
            </p:grpSpPr>
            <p:sp>
              <p:nvSpPr>
                <p:cNvPr id="29" name="Retângulo 28"/>
                <p:cNvSpPr/>
                <p:nvPr/>
              </p:nvSpPr>
              <p:spPr>
                <a:xfrm>
                  <a:off x="8180229" y="4888308"/>
                  <a:ext cx="2575775" cy="798490"/>
                </a:xfrm>
                <a:prstGeom prst="rect">
                  <a:avLst/>
                </a:prstGeom>
                <a:solidFill>
                  <a:srgbClr val="01294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30" name="Conector reto 29"/>
                <p:cNvCxnSpPr/>
                <p:nvPr/>
              </p:nvCxnSpPr>
              <p:spPr>
                <a:xfrm>
                  <a:off x="8275281" y="4888308"/>
                  <a:ext cx="669011" cy="0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3" name="Imagem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18325" y="4863979"/>
                <a:ext cx="571275" cy="571275"/>
              </a:xfrm>
              <a:prstGeom prst="rect">
                <a:avLst/>
              </a:prstGeom>
            </p:spPr>
          </p:pic>
          <p:sp>
            <p:nvSpPr>
              <p:cNvPr id="24" name="Retângulo 23"/>
              <p:cNvSpPr/>
              <p:nvPr/>
            </p:nvSpPr>
            <p:spPr>
              <a:xfrm>
                <a:off x="8275281" y="5378375"/>
                <a:ext cx="712054" cy="27699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1200" b="0" cap="none" spc="0" dirty="0" smtClean="0">
                    <a:ln w="0"/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Agenda</a:t>
                </a:r>
                <a:endParaRPr lang="pt-BR" b="0" cap="none" spc="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tângulo 24"/>
              <p:cNvSpPr/>
              <p:nvPr/>
            </p:nvSpPr>
            <p:spPr>
              <a:xfrm>
                <a:off x="8880764" y="5363767"/>
                <a:ext cx="1130439" cy="27699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1200" b="0" cap="none" spc="0" dirty="0" smtClean="0">
                    <a:ln w="0"/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Compromisso</a:t>
                </a:r>
                <a:endParaRPr lang="pt-BR" b="0" cap="none" spc="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tângulo 25"/>
              <p:cNvSpPr/>
              <p:nvPr/>
            </p:nvSpPr>
            <p:spPr>
              <a:xfrm>
                <a:off x="9874031" y="5363767"/>
                <a:ext cx="881973" cy="27699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1200" b="0" cap="none" spc="0" dirty="0" smtClean="0">
                    <a:ln w="0"/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Finalizado</a:t>
                </a:r>
                <a:endParaRPr lang="pt-BR" b="0" cap="none" spc="0" dirty="0">
                  <a:ln w="0"/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7" name="Imagem 2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2438" y="4896378"/>
                <a:ext cx="538876" cy="538876"/>
              </a:xfrm>
              <a:prstGeom prst="rect">
                <a:avLst/>
              </a:prstGeom>
            </p:spPr>
          </p:pic>
          <p:pic>
            <p:nvPicPr>
              <p:cNvPr id="28" name="Imagem 27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1615" y="4855127"/>
                <a:ext cx="580127" cy="580127"/>
              </a:xfrm>
              <a:prstGeom prst="rect">
                <a:avLst/>
              </a:prstGeom>
            </p:spPr>
          </p:pic>
        </p:grpSp>
      </p:grpSp>
      <p:cxnSp>
        <p:nvCxnSpPr>
          <p:cNvPr id="33" name="Conector angulado 32"/>
          <p:cNvCxnSpPr>
            <a:stCxn id="23" idx="1"/>
            <a:endCxn id="35" idx="2"/>
          </p:cNvCxnSpPr>
          <p:nvPr/>
        </p:nvCxnSpPr>
        <p:spPr>
          <a:xfrm rot="10800000">
            <a:off x="780760" y="4503532"/>
            <a:ext cx="1179695" cy="61095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ângulo 34"/>
          <p:cNvSpPr/>
          <p:nvPr/>
        </p:nvSpPr>
        <p:spPr>
          <a:xfrm>
            <a:off x="126596" y="3909710"/>
            <a:ext cx="1308326" cy="593822"/>
          </a:xfrm>
          <a:prstGeom prst="rect">
            <a:avLst/>
          </a:prstGeom>
          <a:solidFill>
            <a:srgbClr val="012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Aba</a:t>
            </a:r>
          </a:p>
          <a:p>
            <a:pPr algn="ctr"/>
            <a:r>
              <a:rPr lang="pt-BR" dirty="0" smtClean="0"/>
              <a:t>principal</a:t>
            </a:r>
            <a:endParaRPr lang="pt-BR" dirty="0"/>
          </a:p>
        </p:txBody>
      </p:sp>
      <p:cxnSp>
        <p:nvCxnSpPr>
          <p:cNvPr id="42" name="Conector angulado 41"/>
          <p:cNvCxnSpPr>
            <a:stCxn id="19" idx="0"/>
          </p:cNvCxnSpPr>
          <p:nvPr/>
        </p:nvCxnSpPr>
        <p:spPr>
          <a:xfrm rot="5400000" flipH="1" flipV="1">
            <a:off x="5551432" y="1304829"/>
            <a:ext cx="706898" cy="419663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upo 44"/>
          <p:cNvGrpSpPr/>
          <p:nvPr/>
        </p:nvGrpSpPr>
        <p:grpSpPr>
          <a:xfrm>
            <a:off x="8180230" y="1235700"/>
            <a:ext cx="2575775" cy="798490"/>
            <a:chOff x="8180230" y="1235700"/>
            <a:chExt cx="2575775" cy="798490"/>
          </a:xfrm>
        </p:grpSpPr>
        <p:sp>
          <p:nvSpPr>
            <p:cNvPr id="46" name="Retângulo 45"/>
            <p:cNvSpPr/>
            <p:nvPr/>
          </p:nvSpPr>
          <p:spPr>
            <a:xfrm>
              <a:off x="8180230" y="1235700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/>
            <p:cNvSpPr/>
            <p:nvPr/>
          </p:nvSpPr>
          <p:spPr>
            <a:xfrm>
              <a:off x="8947051" y="1458554"/>
              <a:ext cx="1225015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Cadastro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8" name="Imagem 4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9347" y="1323839"/>
              <a:ext cx="622212" cy="622212"/>
            </a:xfrm>
            <a:prstGeom prst="rect">
              <a:avLst/>
            </a:prstGeom>
          </p:spPr>
        </p:pic>
      </p:grpSp>
      <p:grpSp>
        <p:nvGrpSpPr>
          <p:cNvPr id="56" name="Grupo 55"/>
          <p:cNvGrpSpPr/>
          <p:nvPr/>
        </p:nvGrpSpPr>
        <p:grpSpPr>
          <a:xfrm>
            <a:off x="8611672" y="2168905"/>
            <a:ext cx="1714373" cy="2976328"/>
            <a:chOff x="8611672" y="2168905"/>
            <a:chExt cx="1714373" cy="2976328"/>
          </a:xfrm>
        </p:grpSpPr>
        <p:sp>
          <p:nvSpPr>
            <p:cNvPr id="49" name="Retângulo de cantos arredondados 48"/>
            <p:cNvSpPr/>
            <p:nvPr/>
          </p:nvSpPr>
          <p:spPr>
            <a:xfrm>
              <a:off x="8611672" y="216890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 smtClean="0">
                  <a:solidFill>
                    <a:schemeClr val="bg1">
                      <a:lumMod val="50000"/>
                    </a:schemeClr>
                  </a:solidFill>
                </a:rPr>
                <a:t>Código Automático</a:t>
              </a:r>
              <a:endParaRPr lang="pt-BR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Retângulo de cantos arredondados 49"/>
            <p:cNvSpPr/>
            <p:nvPr/>
          </p:nvSpPr>
          <p:spPr>
            <a:xfrm>
              <a:off x="8613155" y="2716909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Motivo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1" name="Retângulo de cantos arredondados 50"/>
            <p:cNvSpPr/>
            <p:nvPr/>
          </p:nvSpPr>
          <p:spPr>
            <a:xfrm>
              <a:off x="8611672" y="331102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Observação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2" name="Retângulo de cantos arredondados 51"/>
            <p:cNvSpPr/>
            <p:nvPr/>
          </p:nvSpPr>
          <p:spPr>
            <a:xfrm>
              <a:off x="8611672" y="390405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Data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3" name="Retângulo de cantos arredondados 52"/>
            <p:cNvSpPr/>
            <p:nvPr/>
          </p:nvSpPr>
          <p:spPr>
            <a:xfrm>
              <a:off x="9880600" y="3904055"/>
              <a:ext cx="443962" cy="412124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...</a:t>
              </a:r>
              <a:endParaRPr lang="pt-BR" dirty="0"/>
            </a:p>
          </p:txBody>
        </p:sp>
        <p:sp>
          <p:nvSpPr>
            <p:cNvPr id="54" name="Retângulo de cantos arredondados 53"/>
            <p:cNvSpPr/>
            <p:nvPr/>
          </p:nvSpPr>
          <p:spPr>
            <a:xfrm>
              <a:off x="8611672" y="465811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</p:grpSp>
      <p:sp>
        <p:nvSpPr>
          <p:cNvPr id="55" name="Retângulo 54"/>
          <p:cNvSpPr/>
          <p:nvPr/>
        </p:nvSpPr>
        <p:spPr>
          <a:xfrm>
            <a:off x="4630563" y="1063999"/>
            <a:ext cx="3317237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botão adicionar ao clicar o usuário será direcionado a tela de cadastro de agenda. Aqui ele poderá colocar uma agenda por vez.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6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87" y="0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lh3.googleusercontent.com/GXQsGB6HC8BwQ4pDtpOHfPPGf3GWeX6GNU8xZbM2qGeZXOBnrA5JvOha_jGqjGV_uoIz5-T6p0-XDo8mtYT3OEOC1ZLfJwKqYHd5OvjMruOFlMUcUkhjUQmeVzcwmti0vFBgVVw6J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361" y="411"/>
            <a:ext cx="4623515" cy="685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1855630" y="1261100"/>
            <a:ext cx="2575775" cy="798490"/>
            <a:chOff x="8180230" y="1235700"/>
            <a:chExt cx="2575775" cy="798490"/>
          </a:xfrm>
        </p:grpSpPr>
        <p:sp>
          <p:nvSpPr>
            <p:cNvPr id="5" name="Retângulo 4"/>
            <p:cNvSpPr/>
            <p:nvPr/>
          </p:nvSpPr>
          <p:spPr>
            <a:xfrm>
              <a:off x="8180230" y="1235700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8947051" y="1458554"/>
              <a:ext cx="1225015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Cadastro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9347" y="1323839"/>
              <a:ext cx="622212" cy="622212"/>
            </a:xfrm>
            <a:prstGeom prst="rect">
              <a:avLst/>
            </a:prstGeom>
          </p:spPr>
        </p:pic>
      </p:grpSp>
      <p:grpSp>
        <p:nvGrpSpPr>
          <p:cNvPr id="8" name="Grupo 7"/>
          <p:cNvGrpSpPr/>
          <p:nvPr/>
        </p:nvGrpSpPr>
        <p:grpSpPr>
          <a:xfrm>
            <a:off x="2287072" y="2282444"/>
            <a:ext cx="1714373" cy="2976328"/>
            <a:chOff x="8611672" y="2168905"/>
            <a:chExt cx="1714373" cy="2976328"/>
          </a:xfrm>
        </p:grpSpPr>
        <p:sp>
          <p:nvSpPr>
            <p:cNvPr id="9" name="Retângulo de cantos arredondados 8"/>
            <p:cNvSpPr/>
            <p:nvPr/>
          </p:nvSpPr>
          <p:spPr>
            <a:xfrm>
              <a:off x="8611672" y="216890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 smtClean="0">
                  <a:solidFill>
                    <a:schemeClr val="bg1">
                      <a:lumMod val="50000"/>
                    </a:schemeClr>
                  </a:solidFill>
                </a:rPr>
                <a:t>Código Automático</a:t>
              </a:r>
              <a:endParaRPr lang="pt-BR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Retângulo de cantos arredondados 9"/>
            <p:cNvSpPr/>
            <p:nvPr/>
          </p:nvSpPr>
          <p:spPr>
            <a:xfrm>
              <a:off x="8613155" y="2716909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Motivo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Retângulo de cantos arredondados 10"/>
            <p:cNvSpPr/>
            <p:nvPr/>
          </p:nvSpPr>
          <p:spPr>
            <a:xfrm>
              <a:off x="8611672" y="331102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Observação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" name="Retângulo de cantos arredondados 11"/>
            <p:cNvSpPr/>
            <p:nvPr/>
          </p:nvSpPr>
          <p:spPr>
            <a:xfrm>
              <a:off x="8611672" y="390405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Data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Retângulo de cantos arredondados 12"/>
            <p:cNvSpPr/>
            <p:nvPr/>
          </p:nvSpPr>
          <p:spPr>
            <a:xfrm>
              <a:off x="9880600" y="3904055"/>
              <a:ext cx="443962" cy="412124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...</a:t>
              </a:r>
              <a:endParaRPr lang="pt-BR" dirty="0"/>
            </a:p>
          </p:txBody>
        </p:sp>
        <p:sp>
          <p:nvSpPr>
            <p:cNvPr id="14" name="Retângulo de cantos arredondados 13"/>
            <p:cNvSpPr/>
            <p:nvPr/>
          </p:nvSpPr>
          <p:spPr>
            <a:xfrm>
              <a:off x="8611672" y="465811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8192930" y="1263290"/>
            <a:ext cx="2575775" cy="798490"/>
            <a:chOff x="8180230" y="1235700"/>
            <a:chExt cx="2575775" cy="798490"/>
          </a:xfrm>
        </p:grpSpPr>
        <p:sp>
          <p:nvSpPr>
            <p:cNvPr id="16" name="Retângulo 15"/>
            <p:cNvSpPr/>
            <p:nvPr/>
          </p:nvSpPr>
          <p:spPr>
            <a:xfrm>
              <a:off x="8180230" y="1235700"/>
              <a:ext cx="2575775" cy="798490"/>
            </a:xfrm>
            <a:prstGeom prst="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947051" y="1458554"/>
              <a:ext cx="1225015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dirty="0" smtClean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Cadastro</a:t>
              </a:r>
              <a:endParaRPr lang="pt-BR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Imagem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9347" y="1323839"/>
              <a:ext cx="622212" cy="622212"/>
            </a:xfrm>
            <a:prstGeom prst="rect">
              <a:avLst/>
            </a:prstGeom>
          </p:spPr>
        </p:pic>
      </p:grpSp>
      <p:grpSp>
        <p:nvGrpSpPr>
          <p:cNvPr id="19" name="Grupo 18"/>
          <p:cNvGrpSpPr/>
          <p:nvPr/>
        </p:nvGrpSpPr>
        <p:grpSpPr>
          <a:xfrm>
            <a:off x="8624372" y="2284634"/>
            <a:ext cx="1714373" cy="2976328"/>
            <a:chOff x="8611672" y="2168905"/>
            <a:chExt cx="1714373" cy="2976328"/>
          </a:xfrm>
        </p:grpSpPr>
        <p:sp>
          <p:nvSpPr>
            <p:cNvPr id="20" name="Retângulo de cantos arredondados 19"/>
            <p:cNvSpPr/>
            <p:nvPr/>
          </p:nvSpPr>
          <p:spPr>
            <a:xfrm>
              <a:off x="8611672" y="216890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 smtClean="0">
                  <a:solidFill>
                    <a:schemeClr val="bg1">
                      <a:lumMod val="50000"/>
                    </a:schemeClr>
                  </a:solidFill>
                </a:rPr>
                <a:t>Código Automático</a:t>
              </a:r>
              <a:endParaRPr lang="pt-BR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Retângulo de cantos arredondados 20"/>
            <p:cNvSpPr/>
            <p:nvPr/>
          </p:nvSpPr>
          <p:spPr>
            <a:xfrm>
              <a:off x="8613155" y="2716909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Motivo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8611672" y="3311023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Observação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8611672" y="3904055"/>
              <a:ext cx="1712890" cy="4121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 smtClean="0">
                  <a:solidFill>
                    <a:schemeClr val="bg1">
                      <a:lumMod val="50000"/>
                    </a:schemeClr>
                  </a:solidFill>
                </a:rPr>
                <a:t>Data</a:t>
              </a:r>
              <a:endParaRPr lang="pt-BR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etângulo de cantos arredondados 23"/>
            <p:cNvSpPr/>
            <p:nvPr/>
          </p:nvSpPr>
          <p:spPr>
            <a:xfrm>
              <a:off x="9880600" y="3904055"/>
              <a:ext cx="443962" cy="412124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...</a:t>
              </a:r>
              <a:endParaRPr lang="pt-BR" dirty="0"/>
            </a:p>
          </p:txBody>
        </p:sp>
        <p:sp>
          <p:nvSpPr>
            <p:cNvPr id="25" name="Retângulo de cantos arredondados 24"/>
            <p:cNvSpPr/>
            <p:nvPr/>
          </p:nvSpPr>
          <p:spPr>
            <a:xfrm>
              <a:off x="8611672" y="4658114"/>
              <a:ext cx="1712890" cy="487119"/>
            </a:xfrm>
            <a:prstGeom prst="roundRect">
              <a:avLst/>
            </a:prstGeom>
            <a:solidFill>
              <a:srgbClr val="01294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Salvar</a:t>
              </a:r>
              <a:endParaRPr lang="pt-BR" dirty="0"/>
            </a:p>
          </p:txBody>
        </p:sp>
      </p:grpSp>
      <p:sp>
        <p:nvSpPr>
          <p:cNvPr id="26" name="Retângulo 25"/>
          <p:cNvSpPr/>
          <p:nvPr/>
        </p:nvSpPr>
        <p:spPr>
          <a:xfrm>
            <a:off x="8192930" y="1261100"/>
            <a:ext cx="2575775" cy="44412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de cantos arredondados 26"/>
          <p:cNvSpPr/>
          <p:nvPr/>
        </p:nvSpPr>
        <p:spPr>
          <a:xfrm>
            <a:off x="8401318" y="3273232"/>
            <a:ext cx="2133600" cy="1664672"/>
          </a:xfrm>
          <a:prstGeom prst="roundRect">
            <a:avLst/>
          </a:prstGeom>
          <a:solidFill>
            <a:srgbClr val="0129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8" name="Picture 4" descr="Calendário Novembro 2020 Para Imprimir Com Feriados | Befaro.com em 2020 |  Calendário para impressão, Calendário mensal, Calendário novembr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238" y="3380642"/>
            <a:ext cx="1987157" cy="1391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cxnSp>
        <p:nvCxnSpPr>
          <p:cNvPr id="29" name="Conector angulado 28"/>
          <p:cNvCxnSpPr>
            <a:stCxn id="13" idx="3"/>
            <a:endCxn id="27" idx="1"/>
          </p:cNvCxnSpPr>
          <p:nvPr/>
        </p:nvCxnSpPr>
        <p:spPr>
          <a:xfrm flipV="1">
            <a:off x="3999962" y="4105568"/>
            <a:ext cx="4401356" cy="11808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545655" y="1291519"/>
            <a:ext cx="3562366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pt-BR" dirty="0" smtClean="0">
                <a:ln w="0"/>
                <a:solidFill>
                  <a:srgbClr val="0129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campo data o usuário terá um pop com um calendário onde ele poderá selecionar uma data sem que precisa digitar. E ao clicar na data que ele quer a informação aparecera na caixa de texto.</a:t>
            </a:r>
            <a:endParaRPr lang="pt-BR" b="0" cap="none" spc="0" dirty="0">
              <a:ln w="0"/>
              <a:solidFill>
                <a:srgbClr val="0129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726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1129</Words>
  <Application>Microsoft Office PowerPoint</Application>
  <PresentationFormat>Widescreen</PresentationFormat>
  <Paragraphs>271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Conta da Microsoft</dc:creator>
  <cp:lastModifiedBy>Conta da Microsoft</cp:lastModifiedBy>
  <cp:revision>42</cp:revision>
  <dcterms:created xsi:type="dcterms:W3CDTF">2020-10-29T22:51:33Z</dcterms:created>
  <dcterms:modified xsi:type="dcterms:W3CDTF">2020-10-30T01:55:23Z</dcterms:modified>
</cp:coreProperties>
</file>